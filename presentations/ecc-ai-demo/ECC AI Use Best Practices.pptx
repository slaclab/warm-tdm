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6"/>
    <p:sldMasterId id="214748366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Lst>
  <p:sldSz cy="6858000" cx="12192000"/>
  <p:notesSz cx="6950075" cy="9236075"/>
  <p:embeddedFontLst>
    <p:embeddedFont>
      <p:font typeface="Lato"/>
      <p:regular r:id="rId56"/>
      <p:bold r:id="rId57"/>
      <p:italic r:id="rId58"/>
      <p:boldItalic r:id="rId59"/>
    </p:embeddedFont>
    <p:embeddedFont>
      <p:font typeface="Montserrat"/>
      <p:regular r:id="rId60"/>
      <p:bold r:id="rId61"/>
      <p:italic r:id="rId62"/>
      <p:boldItalic r:id="rId63"/>
    </p:embeddedFont>
    <p:embeddedFont>
      <p:font typeface="Lato Black"/>
      <p:bold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guide id="3" pos="504">
          <p15:clr>
            <a:srgbClr val="A4A3A4"/>
          </p15:clr>
        </p15:guide>
        <p15:guide id="4" orient="horz" pos="1176">
          <p15:clr>
            <a:srgbClr val="A4A3A4"/>
          </p15:clr>
        </p15:guide>
      </p15:sldGuideLst>
    </p:ext>
    <p:ext uri="GoogleSlidesCustomDataVersion2">
      <go:slidesCustomData xmlns:go="http://customooxmlschemas.google.com/" r:id="rId66" roundtripDataSignature="AMtx7mgrYoko3L1Ood2AmfyMP4rDTUN5v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Cong Wang"/>
  <p:cmAuthor clrIdx="1" id="1" initials="" lastIdx="1" name="Kuktae Kim"/>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0E04851-F2F6-4310-837F-7F7817371104}">
  <a:tblStyle styleId="{40E04851-F2F6-4310-837F-7F7817371104}"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rgbClr val="FFFFFF"/>
      </a:tcTxStyle>
      <a:tcStyle>
        <a:fill>
          <a:solidFill>
            <a:srgbClr val="4472C4"/>
          </a:solidFill>
        </a:fill>
      </a:tcStyle>
    </a:lastCol>
    <a:firstCol>
      <a:tcTxStyle b="on" i="off">
        <a:font>
          <a:latin typeface="Calibri"/>
          <a:ea typeface="Calibri"/>
          <a:cs typeface="Calibri"/>
        </a:font>
        <a:srgbClr val="FFFFFF"/>
      </a:tcTxStyle>
      <a:tcStyle>
        <a:fill>
          <a:solidFill>
            <a:srgbClr val="4472C4"/>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 pos="504"/>
        <p:guide pos="117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Montserrat-italic.fntdata"/><Relationship Id="rId61" Type="http://schemas.openxmlformats.org/officeDocument/2006/relationships/font" Target="fonts/Montserrat-bold.fntdata"/><Relationship Id="rId20" Type="http://schemas.openxmlformats.org/officeDocument/2006/relationships/slide" Target="slides/slide12.xml"/><Relationship Id="rId64" Type="http://schemas.openxmlformats.org/officeDocument/2006/relationships/font" Target="fonts/LatoBlack-bold.fntdata"/><Relationship Id="rId63" Type="http://schemas.openxmlformats.org/officeDocument/2006/relationships/font" Target="fonts/Montserrat-boldItalic.fntdata"/><Relationship Id="rId22" Type="http://schemas.openxmlformats.org/officeDocument/2006/relationships/slide" Target="slides/slide14.xml"/><Relationship Id="rId66" Type="http://customschemas.google.com/relationships/presentationmetadata" Target="metadata"/><Relationship Id="rId21" Type="http://schemas.openxmlformats.org/officeDocument/2006/relationships/slide" Target="slides/slide13.xml"/><Relationship Id="rId65" Type="http://schemas.openxmlformats.org/officeDocument/2006/relationships/font" Target="fonts/LatoBlack-boldItalic.fntdata"/><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font" Target="fonts/Montserrat-regular.fnt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font" Target="fonts/Lato-bold.fntdata"/><Relationship Id="rId12" Type="http://schemas.openxmlformats.org/officeDocument/2006/relationships/slide" Target="slides/slide4.xml"/><Relationship Id="rId56" Type="http://schemas.openxmlformats.org/officeDocument/2006/relationships/font" Target="fonts/Lato-regular.fntdata"/><Relationship Id="rId15" Type="http://schemas.openxmlformats.org/officeDocument/2006/relationships/slide" Target="slides/slide7.xml"/><Relationship Id="rId59" Type="http://schemas.openxmlformats.org/officeDocument/2006/relationships/font" Target="fonts/Lato-boldItalic.fntdata"/><Relationship Id="rId14" Type="http://schemas.openxmlformats.org/officeDocument/2006/relationships/slide" Target="slides/slide6.xml"/><Relationship Id="rId58" Type="http://schemas.openxmlformats.org/officeDocument/2006/relationships/font" Target="fonts/Lato-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16T03:32:35.490">
    <p:pos x="504" y="168"/>
    <p:text>should we consider AI offering from both SLAC and Stanford?  I combined both offering for lcls folks last week here (slide 25-36) — https://docs.google.com/presentation/d/1AJok5vXamOj8CnpnDdXfu5omgOGjWz_QIr2ng7R8E7s/edit?usp=sharing</p:text>
    <p:extLst>
      <p:ext uri="{C676402C-5697-4E1C-873F-D02D1690AC5C}">
        <p15:threadingInfo timeZoneBias="0"/>
      </p:ext>
      <p:ext uri="http://customooxmlschemas.google.com/">
        <go:slidesCustomData xmlns:go="http://customooxmlschemas.google.com/" commentPostId="AAAB6hcT_II"/>
      </p:ext>
    </p:extLst>
  </p:cm>
  <p:cm authorId="1" idx="1" dt="2026-05-16T03:32:35.490">
    <p:pos x="504" y="168"/>
    <p:text>@cwang31@stanford.edu I believe so because they are useful tools. I also heard that SLAC IT is reviewing Google Gemini and Notebook LM provided from Stanford.</p:text>
    <p:extLst>
      <p:ext uri="{C676402C-5697-4E1C-873F-D02D1690AC5C}">
        <p15:threadingInfo timeZoneBias="0">
          <p15:parentCm authorId="0" idx="1"/>
        </p15:threadingInfo>
      </p:ext>
      <p:ext uri="http://customooxmlschemas.google.com/">
        <go:slidesCustomData xmlns:go="http://customooxmlschemas.google.com/" commentPostId="AAAB6hcT_Ig"/>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11699" cy="463408"/>
          </a:xfrm>
          <a:prstGeom prst="rect">
            <a:avLst/>
          </a:prstGeom>
          <a:noFill/>
          <a:ln>
            <a:noFill/>
          </a:ln>
        </p:spPr>
        <p:txBody>
          <a:bodyPr anchorCtr="0" anchor="t" bIns="46225" lIns="92475" spcFirstLastPara="1" rIns="92475" wrap="square" tIns="462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36768" y="0"/>
            <a:ext cx="3011699" cy="463408"/>
          </a:xfrm>
          <a:prstGeom prst="rect">
            <a:avLst/>
          </a:prstGeom>
          <a:noFill/>
          <a:ln>
            <a:noFill/>
          </a:ln>
        </p:spPr>
        <p:txBody>
          <a:bodyPr anchorCtr="0" anchor="t" bIns="46225" lIns="92475" spcFirstLastPara="1" rIns="92475" wrap="square" tIns="462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11699" cy="463407"/>
          </a:xfrm>
          <a:prstGeom prst="rect">
            <a:avLst/>
          </a:prstGeom>
          <a:noFill/>
          <a:ln>
            <a:noFill/>
          </a:ln>
        </p:spPr>
        <p:txBody>
          <a:bodyPr anchorCtr="0" anchor="b" bIns="46225" lIns="92475" spcFirstLastPara="1" rIns="92475" wrap="square" tIns="462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36768" y="8772669"/>
            <a:ext cx="3011699" cy="463407"/>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296" name="Google Shape;296;p1: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4: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304" name="Google Shape;304;p4: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2: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311" name="Google Shape;311;p12: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e1827f76b4_0_19:notes"/>
          <p:cNvSpPr txBox="1"/>
          <p:nvPr>
            <p:ph idx="1" type="body"/>
          </p:nvPr>
        </p:nvSpPr>
        <p:spPr>
          <a:xfrm>
            <a:off x="695008" y="4444861"/>
            <a:ext cx="5560200" cy="3636600"/>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319" name="Google Shape;319;g3e1827f76b4_0_19: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e1827f76b4_0_26:notes"/>
          <p:cNvSpPr txBox="1"/>
          <p:nvPr>
            <p:ph idx="1" type="body"/>
          </p:nvPr>
        </p:nvSpPr>
        <p:spPr>
          <a:xfrm>
            <a:off x="695008" y="4444861"/>
            <a:ext cx="5560200" cy="3636600"/>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327" name="Google Shape;327;g3e1827f76b4_0_26: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e1827f76b4_0_33:notes"/>
          <p:cNvSpPr txBox="1"/>
          <p:nvPr>
            <p:ph idx="1" type="body"/>
          </p:nvPr>
        </p:nvSpPr>
        <p:spPr>
          <a:xfrm>
            <a:off x="695008" y="4444861"/>
            <a:ext cx="5560200" cy="3636600"/>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335" name="Google Shape;335;g3e1827f76b4_0_33: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e291eb4d72_8_0:notes"/>
          <p:cNvSpPr/>
          <p:nvPr>
            <p:ph idx="2" type="sldImg"/>
          </p:nvPr>
        </p:nvSpPr>
        <p:spPr>
          <a:xfrm>
            <a:off x="695007" y="865882"/>
            <a:ext cx="5560200" cy="2337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3" name="Google Shape;343;g3e291eb4d72_8_0:notes"/>
          <p:cNvSpPr txBox="1"/>
          <p:nvPr>
            <p:ph idx="1" type="body"/>
          </p:nvPr>
        </p:nvSpPr>
        <p:spPr>
          <a:xfrm>
            <a:off x="695007" y="3333646"/>
            <a:ext cx="5560200" cy="2727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g3e291eb4d72_8_0:notes"/>
          <p:cNvSpPr txBox="1"/>
          <p:nvPr>
            <p:ph idx="12" type="sldNum"/>
          </p:nvPr>
        </p:nvSpPr>
        <p:spPr>
          <a:xfrm>
            <a:off x="3936768" y="6579501"/>
            <a:ext cx="3011700" cy="347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e291eb4d72_8_43:notes"/>
          <p:cNvSpPr/>
          <p:nvPr>
            <p:ph idx="2" type="sldImg"/>
          </p:nvPr>
        </p:nvSpPr>
        <p:spPr>
          <a:xfrm>
            <a:off x="695007" y="865882"/>
            <a:ext cx="5560200" cy="2337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g3e291eb4d72_8_43:notes"/>
          <p:cNvSpPr txBox="1"/>
          <p:nvPr>
            <p:ph idx="1" type="body"/>
          </p:nvPr>
        </p:nvSpPr>
        <p:spPr>
          <a:xfrm>
            <a:off x="695007" y="3333646"/>
            <a:ext cx="5560200" cy="2727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g3e291eb4d72_8_43:notes"/>
          <p:cNvSpPr txBox="1"/>
          <p:nvPr>
            <p:ph idx="12" type="sldNum"/>
          </p:nvPr>
        </p:nvSpPr>
        <p:spPr>
          <a:xfrm>
            <a:off x="3936768" y="6579501"/>
            <a:ext cx="3011700" cy="347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e291eb4d72_8_90:notes"/>
          <p:cNvSpPr/>
          <p:nvPr>
            <p:ph idx="2" type="sldImg"/>
          </p:nvPr>
        </p:nvSpPr>
        <p:spPr>
          <a:xfrm>
            <a:off x="695007" y="865882"/>
            <a:ext cx="5560200" cy="2337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g3e291eb4d72_8_90:notes"/>
          <p:cNvSpPr txBox="1"/>
          <p:nvPr>
            <p:ph idx="1" type="body"/>
          </p:nvPr>
        </p:nvSpPr>
        <p:spPr>
          <a:xfrm>
            <a:off x="695007" y="3333646"/>
            <a:ext cx="5560200" cy="2727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g3e291eb4d72_8_90:notes"/>
          <p:cNvSpPr txBox="1"/>
          <p:nvPr>
            <p:ph idx="12" type="sldNum"/>
          </p:nvPr>
        </p:nvSpPr>
        <p:spPr>
          <a:xfrm>
            <a:off x="3936768" y="6579501"/>
            <a:ext cx="3011700" cy="347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e291eb4d72_8_144:notes"/>
          <p:cNvSpPr/>
          <p:nvPr>
            <p:ph idx="2" type="sldImg"/>
          </p:nvPr>
        </p:nvSpPr>
        <p:spPr>
          <a:xfrm>
            <a:off x="695007" y="865882"/>
            <a:ext cx="5560200" cy="2337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g3e291eb4d72_8_144:notes"/>
          <p:cNvSpPr txBox="1"/>
          <p:nvPr>
            <p:ph idx="1" type="body"/>
          </p:nvPr>
        </p:nvSpPr>
        <p:spPr>
          <a:xfrm>
            <a:off x="695007" y="3333646"/>
            <a:ext cx="5560200" cy="2727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g3e291eb4d72_8_144:notes"/>
          <p:cNvSpPr txBox="1"/>
          <p:nvPr>
            <p:ph idx="12" type="sldNum"/>
          </p:nvPr>
        </p:nvSpPr>
        <p:spPr>
          <a:xfrm>
            <a:off x="3936768" y="6579501"/>
            <a:ext cx="3011700" cy="347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e291eb4d72_8_192:notes"/>
          <p:cNvSpPr/>
          <p:nvPr>
            <p:ph idx="2" type="sldImg"/>
          </p:nvPr>
        </p:nvSpPr>
        <p:spPr>
          <a:xfrm>
            <a:off x="695007" y="865882"/>
            <a:ext cx="5560200" cy="2337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g3e291eb4d72_8_192:notes"/>
          <p:cNvSpPr txBox="1"/>
          <p:nvPr>
            <p:ph idx="1" type="body"/>
          </p:nvPr>
        </p:nvSpPr>
        <p:spPr>
          <a:xfrm>
            <a:off x="695007" y="3333646"/>
            <a:ext cx="5560200" cy="2727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g3e291eb4d72_8_192:notes"/>
          <p:cNvSpPr txBox="1"/>
          <p:nvPr>
            <p:ph idx="12" type="sldNum"/>
          </p:nvPr>
        </p:nvSpPr>
        <p:spPr>
          <a:xfrm>
            <a:off x="3936768" y="6579501"/>
            <a:ext cx="3011700" cy="347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e291eb4d72_8_221:notes"/>
          <p:cNvSpPr/>
          <p:nvPr>
            <p:ph idx="2" type="sldImg"/>
          </p:nvPr>
        </p:nvSpPr>
        <p:spPr>
          <a:xfrm>
            <a:off x="695007" y="865882"/>
            <a:ext cx="5560200" cy="2337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8" name="Google Shape;548;g3e291eb4d72_8_221:notes"/>
          <p:cNvSpPr txBox="1"/>
          <p:nvPr>
            <p:ph idx="1" type="body"/>
          </p:nvPr>
        </p:nvSpPr>
        <p:spPr>
          <a:xfrm>
            <a:off x="695007" y="3333646"/>
            <a:ext cx="5560200" cy="2727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g3e291eb4d72_8_221:notes"/>
          <p:cNvSpPr txBox="1"/>
          <p:nvPr>
            <p:ph idx="12" type="sldNum"/>
          </p:nvPr>
        </p:nvSpPr>
        <p:spPr>
          <a:xfrm>
            <a:off x="3936768" y="6579501"/>
            <a:ext cx="3011700" cy="347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3:notes"/>
          <p:cNvSpPr txBox="1"/>
          <p:nvPr>
            <p:ph idx="1" type="body"/>
          </p:nvPr>
        </p:nvSpPr>
        <p:spPr>
          <a:xfrm>
            <a:off x="695008" y="4444861"/>
            <a:ext cx="5560200" cy="3636600"/>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574" name="Google Shape;574;p3: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e26d8eb961_2_7:notes"/>
          <p:cNvSpPr txBox="1"/>
          <p:nvPr>
            <p:ph idx="1" type="body"/>
          </p:nvPr>
        </p:nvSpPr>
        <p:spPr>
          <a:xfrm>
            <a:off x="695008" y="4444861"/>
            <a:ext cx="5560200" cy="3636600"/>
          </a:xfrm>
          <a:prstGeom prst="rect">
            <a:avLst/>
          </a:prstGeom>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580" name="Google Shape;580;g3e26d8eb961_2_7: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5:notes"/>
          <p:cNvSpPr txBox="1"/>
          <p:nvPr>
            <p:ph idx="1" type="body"/>
          </p:nvPr>
        </p:nvSpPr>
        <p:spPr>
          <a:xfrm>
            <a:off x="695008" y="4444861"/>
            <a:ext cx="5560200" cy="3636600"/>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587" name="Google Shape;587;p5: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6:notes"/>
          <p:cNvSpPr txBox="1"/>
          <p:nvPr>
            <p:ph idx="1" type="body"/>
          </p:nvPr>
        </p:nvSpPr>
        <p:spPr>
          <a:xfrm>
            <a:off x="695008" y="4444861"/>
            <a:ext cx="5560200" cy="3636600"/>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594" name="Google Shape;594;p6: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e26d8eb961_2_189:notes"/>
          <p:cNvSpPr txBox="1"/>
          <p:nvPr>
            <p:ph idx="1" type="body"/>
          </p:nvPr>
        </p:nvSpPr>
        <p:spPr>
          <a:xfrm>
            <a:off x="695008" y="4444861"/>
            <a:ext cx="5560200" cy="3636600"/>
          </a:xfrm>
          <a:prstGeom prst="rect">
            <a:avLst/>
          </a:prstGeom>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600" name="Google Shape;600;g3e26d8eb961_2_189: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8: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607" name="Google Shape;607;p8: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9: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613" name="Google Shape;613;p9: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10: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619" name="Google Shape;619;p10: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11: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625" name="Google Shape;625;p11: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e1827f76b4_0_6:notes"/>
          <p:cNvSpPr txBox="1"/>
          <p:nvPr>
            <p:ph idx="1" type="body"/>
          </p:nvPr>
        </p:nvSpPr>
        <p:spPr>
          <a:xfrm>
            <a:off x="695008" y="4444861"/>
            <a:ext cx="5560200" cy="3636600"/>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631" name="Google Shape;631;g3e1827f76b4_0_6: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e26d8eb961_2_555:notes"/>
          <p:cNvSpPr txBox="1"/>
          <p:nvPr>
            <p:ph idx="1" type="body"/>
          </p:nvPr>
        </p:nvSpPr>
        <p:spPr>
          <a:xfrm>
            <a:off x="695008" y="4444861"/>
            <a:ext cx="5560200" cy="3636600"/>
          </a:xfrm>
          <a:prstGeom prst="rect">
            <a:avLst/>
          </a:prstGeom>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639" name="Google Shape;639;g3e26d8eb961_2_555: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e26d8eb961_2_738:notes"/>
          <p:cNvSpPr txBox="1"/>
          <p:nvPr>
            <p:ph idx="1" type="body"/>
          </p:nvPr>
        </p:nvSpPr>
        <p:spPr>
          <a:xfrm>
            <a:off x="695008" y="4444861"/>
            <a:ext cx="5560200" cy="3636600"/>
          </a:xfrm>
          <a:prstGeom prst="rect">
            <a:avLst/>
          </a:prstGeom>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647" name="Google Shape;647;g3e26d8eb961_2_738: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e26d8eb961_2_921:notes"/>
          <p:cNvSpPr txBox="1"/>
          <p:nvPr>
            <p:ph idx="1" type="body"/>
          </p:nvPr>
        </p:nvSpPr>
        <p:spPr>
          <a:xfrm>
            <a:off x="695008" y="4444861"/>
            <a:ext cx="5560200" cy="3636600"/>
          </a:xfrm>
          <a:prstGeom prst="rect">
            <a:avLst/>
          </a:prstGeom>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655" name="Google Shape;655;g3e26d8eb961_2_921: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e26d8eb961_2_1652:notes"/>
          <p:cNvSpPr txBox="1"/>
          <p:nvPr>
            <p:ph idx="1" type="body"/>
          </p:nvPr>
        </p:nvSpPr>
        <p:spPr>
          <a:xfrm>
            <a:off x="695008" y="4444861"/>
            <a:ext cx="5560200" cy="3636600"/>
          </a:xfrm>
          <a:prstGeom prst="rect">
            <a:avLst/>
          </a:prstGeom>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663" name="Google Shape;663;g3e26d8eb961_2_1652: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e26d8eb961_2_1658:notes"/>
          <p:cNvSpPr txBox="1"/>
          <p:nvPr>
            <p:ph idx="1" type="body"/>
          </p:nvPr>
        </p:nvSpPr>
        <p:spPr>
          <a:xfrm>
            <a:off x="695008" y="4444861"/>
            <a:ext cx="5560200" cy="3636600"/>
          </a:xfrm>
          <a:prstGeom prst="rect">
            <a:avLst/>
          </a:prstGeom>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670" name="Google Shape;670;g3e26d8eb961_2_1658: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e26d8eb961_2_1104:notes"/>
          <p:cNvSpPr txBox="1"/>
          <p:nvPr>
            <p:ph idx="1" type="body"/>
          </p:nvPr>
        </p:nvSpPr>
        <p:spPr>
          <a:xfrm>
            <a:off x="695008" y="4444861"/>
            <a:ext cx="5560200" cy="3636600"/>
          </a:xfrm>
          <a:prstGeom prst="rect">
            <a:avLst/>
          </a:prstGeom>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678" name="Google Shape;678;g3e26d8eb961_2_1104: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26d8eb961_2_1287:notes"/>
          <p:cNvSpPr txBox="1"/>
          <p:nvPr>
            <p:ph idx="1" type="body"/>
          </p:nvPr>
        </p:nvSpPr>
        <p:spPr>
          <a:xfrm>
            <a:off x="695008" y="4444861"/>
            <a:ext cx="5560200" cy="3636600"/>
          </a:xfrm>
          <a:prstGeom prst="rect">
            <a:avLst/>
          </a:prstGeom>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686" name="Google Shape;686;g3e26d8eb961_2_1287: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e26d8eb961_2_1470:notes"/>
          <p:cNvSpPr txBox="1"/>
          <p:nvPr>
            <p:ph idx="1" type="body"/>
          </p:nvPr>
        </p:nvSpPr>
        <p:spPr>
          <a:xfrm>
            <a:off x="695008" y="4444861"/>
            <a:ext cx="5560200" cy="3636600"/>
          </a:xfrm>
          <a:prstGeom prst="rect">
            <a:avLst/>
          </a:prstGeom>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694" name="Google Shape;694;g3e26d8eb961_2_1470: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21: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701" name="Google Shape;701;p21: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e26d8eb961_2_1841:notes"/>
          <p:cNvSpPr txBox="1"/>
          <p:nvPr>
            <p:ph idx="1" type="body"/>
          </p:nvPr>
        </p:nvSpPr>
        <p:spPr>
          <a:xfrm>
            <a:off x="695008" y="4444861"/>
            <a:ext cx="5560200" cy="3636600"/>
          </a:xfrm>
          <a:prstGeom prst="rect">
            <a:avLst/>
          </a:prstGeom>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708" name="Google Shape;708;g3e26d8eb961_2_1841: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e26d8eb961_2_2024:notes"/>
          <p:cNvSpPr txBox="1"/>
          <p:nvPr>
            <p:ph idx="1" type="body"/>
          </p:nvPr>
        </p:nvSpPr>
        <p:spPr>
          <a:xfrm>
            <a:off x="695008" y="4444861"/>
            <a:ext cx="5560200" cy="3636600"/>
          </a:xfrm>
          <a:prstGeom prst="rect">
            <a:avLst/>
          </a:prstGeom>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716" name="Google Shape;716;g3e26d8eb961_2_2024:notes"/>
          <p:cNvSpPr/>
          <p:nvPr>
            <p:ph idx="2" type="sldImg"/>
          </p:nvPr>
        </p:nvSpPr>
        <p:spPr>
          <a:xfrm>
            <a:off x="703263" y="1154113"/>
            <a:ext cx="5543700" cy="31179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24: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725" name="Google Shape;725;p24: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25: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733" name="Google Shape;733;p25: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26: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740" name="Google Shape;740;p26: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27: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747" name="Google Shape;747;p27: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28: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754" name="Google Shape;754;p28: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29: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762" name="Google Shape;762;p29: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30: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770" name="Google Shape;770;p30: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31: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779" name="Google Shape;779;p31: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32: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787" name="Google Shape;787;p32: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33: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794" name="Google Shape;794;p33: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34: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802" name="Google Shape;802;p34: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35: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810" name="Google Shape;810;p35: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36: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817" name="Google Shape;817;p36: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37:notes"/>
          <p:cNvSpPr txBox="1"/>
          <p:nvPr>
            <p:ph idx="1" type="body"/>
          </p:nvPr>
        </p:nvSpPr>
        <p:spPr>
          <a:xfrm>
            <a:off x="695008" y="4444861"/>
            <a:ext cx="5560060" cy="3636705"/>
          </a:xfrm>
          <a:prstGeom prst="rect">
            <a:avLst/>
          </a:prstGeom>
          <a:noFill/>
          <a:ln>
            <a:noFill/>
          </a:ln>
        </p:spPr>
        <p:txBody>
          <a:bodyPr anchorCtr="0" anchor="t" bIns="46225" lIns="92475" spcFirstLastPara="1" rIns="92475" wrap="square" tIns="46225">
            <a:noAutofit/>
          </a:bodyPr>
          <a:lstStyle/>
          <a:p>
            <a:pPr indent="0" lvl="0" marL="0" rtl="0" algn="l">
              <a:lnSpc>
                <a:spcPct val="100000"/>
              </a:lnSpc>
              <a:spcBef>
                <a:spcPts val="0"/>
              </a:spcBef>
              <a:spcAft>
                <a:spcPts val="0"/>
              </a:spcAft>
              <a:buSzPts val="1400"/>
              <a:buNone/>
            </a:pPr>
            <a:r>
              <a:t/>
            </a:r>
            <a:endParaRPr/>
          </a:p>
        </p:txBody>
      </p:sp>
      <p:sp>
        <p:nvSpPr>
          <p:cNvPr id="828" name="Google Shape;828;p37:notes"/>
          <p:cNvSpPr/>
          <p:nvPr>
            <p:ph idx="2" type="sldImg"/>
          </p:nvPr>
        </p:nvSpPr>
        <p:spPr>
          <a:xfrm>
            <a:off x="703263" y="1154113"/>
            <a:ext cx="5543550" cy="31178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2.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1.png"/><Relationship Id="rId4" Type="http://schemas.openxmlformats.org/officeDocument/2006/relationships/image" Target="../media/image1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8.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2.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12.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2.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1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2.png"/><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1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2.png"/><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jpg"/><Relationship Id="rId3" Type="http://schemas.openxmlformats.org/officeDocument/2006/relationships/image" Target="../media/image1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1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1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1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19.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19.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Option 4B - Printable" showMasterSp="0">
  <p:cSld name="Title Slide - Option 4B - Printable">
    <p:bg>
      <p:bgPr>
        <a:blipFill>
          <a:blip r:embed="rId2">
            <a:alphaModFix/>
          </a:blip>
          <a:stretch>
            <a:fillRect/>
          </a:stretch>
        </a:blipFill>
      </p:bgPr>
    </p:bg>
    <p:spTree>
      <p:nvGrpSpPr>
        <p:cNvPr id="12" name="Shape 12"/>
        <p:cNvGrpSpPr/>
        <p:nvPr/>
      </p:nvGrpSpPr>
      <p:grpSpPr>
        <a:xfrm>
          <a:off x="0" y="0"/>
          <a:ext cx="0" cy="0"/>
          <a:chOff x="0" y="0"/>
          <a:chExt cx="0" cy="0"/>
        </a:xfrm>
      </p:grpSpPr>
      <p:pic>
        <p:nvPicPr>
          <p:cNvPr id="13" name="Google Shape;13;p60"/>
          <p:cNvPicPr preferRelativeResize="0"/>
          <p:nvPr/>
        </p:nvPicPr>
        <p:blipFill rotWithShape="1">
          <a:blip r:embed="rId3">
            <a:alphaModFix/>
          </a:blip>
          <a:srcRect b="0" l="0" r="0" t="0"/>
          <a:stretch/>
        </p:blipFill>
        <p:spPr>
          <a:xfrm>
            <a:off x="759786" y="6147835"/>
            <a:ext cx="1734821" cy="331193"/>
          </a:xfrm>
          <a:prstGeom prst="rect">
            <a:avLst/>
          </a:prstGeom>
          <a:noFill/>
          <a:ln>
            <a:noFill/>
          </a:ln>
        </p:spPr>
      </p:pic>
      <p:sp>
        <p:nvSpPr>
          <p:cNvPr id="14" name="Google Shape;14;p60"/>
          <p:cNvSpPr txBox="1"/>
          <p:nvPr>
            <p:ph idx="1" type="body"/>
          </p:nvPr>
        </p:nvSpPr>
        <p:spPr>
          <a:xfrm>
            <a:off x="800100" y="638271"/>
            <a:ext cx="6449112" cy="2246574"/>
          </a:xfrm>
          <a:prstGeom prst="rect">
            <a:avLst/>
          </a:prstGeom>
          <a:noFill/>
          <a:ln>
            <a:noFill/>
          </a:ln>
        </p:spPr>
        <p:txBody>
          <a:bodyPr anchorCtr="0" anchor="b" bIns="45700" lIns="0" spcFirstLastPara="1" rIns="91425" wrap="square" tIns="45700">
            <a:normAutofit/>
          </a:bodyPr>
          <a:lstStyle>
            <a:lvl1pPr indent="-228600" lvl="0" marL="457200" algn="l">
              <a:lnSpc>
                <a:spcPct val="100000"/>
              </a:lnSpc>
              <a:spcBef>
                <a:spcPts val="500"/>
              </a:spcBef>
              <a:spcAft>
                <a:spcPts val="0"/>
              </a:spcAft>
              <a:buClr>
                <a:srgbClr val="8C1515"/>
              </a:buClr>
              <a:buSzPts val="4800"/>
              <a:buFont typeface="Lato"/>
              <a:buNone/>
              <a:defRPr b="1" sz="4800">
                <a:solidFill>
                  <a:srgbClr val="8C1515"/>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5" name="Google Shape;15;p60"/>
          <p:cNvCxnSpPr/>
          <p:nvPr/>
        </p:nvCxnSpPr>
        <p:spPr>
          <a:xfrm>
            <a:off x="0" y="5868971"/>
            <a:ext cx="12192000" cy="0"/>
          </a:xfrm>
          <a:prstGeom prst="straightConnector1">
            <a:avLst/>
          </a:prstGeom>
          <a:noFill/>
          <a:ln cap="flat" cmpd="sng" w="9525">
            <a:solidFill>
              <a:srgbClr val="3F3F3F"/>
            </a:solidFill>
            <a:prstDash val="solid"/>
            <a:miter lim="800000"/>
            <a:headEnd len="sm" w="sm" type="none"/>
            <a:tailEnd len="sm" w="sm" type="none"/>
          </a:ln>
        </p:spPr>
      </p:cxnSp>
      <p:sp>
        <p:nvSpPr>
          <p:cNvPr id="16" name="Google Shape;16;p60"/>
          <p:cNvSpPr txBox="1"/>
          <p:nvPr>
            <p:ph idx="2" type="body"/>
          </p:nvPr>
        </p:nvSpPr>
        <p:spPr>
          <a:xfrm>
            <a:off x="800100" y="2903265"/>
            <a:ext cx="6553200" cy="505405"/>
          </a:xfrm>
          <a:prstGeom prst="rect">
            <a:avLst/>
          </a:prstGeom>
          <a:noFill/>
          <a:ln>
            <a:noFill/>
          </a:ln>
        </p:spPr>
        <p:txBody>
          <a:bodyPr anchorCtr="0" anchor="b" bIns="45700" lIns="0" spcFirstLastPara="1" rIns="91425" wrap="square" tIns="45700">
            <a:noAutofit/>
          </a:bodyPr>
          <a:lstStyle>
            <a:lvl1pPr indent="-228600" lvl="0" marL="457200" algn="l">
              <a:lnSpc>
                <a:spcPct val="100000"/>
              </a:lnSpc>
              <a:spcBef>
                <a:spcPts val="500"/>
              </a:spcBef>
              <a:spcAft>
                <a:spcPts val="0"/>
              </a:spcAft>
              <a:buClr>
                <a:srgbClr val="3F3F3F"/>
              </a:buClr>
              <a:buSzPts val="2800"/>
              <a:buFont typeface="Lato"/>
              <a:buNone/>
              <a:defRPr sz="2800">
                <a:solidFill>
                  <a:srgbClr val="3F3F3F"/>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60"/>
          <p:cNvSpPr txBox="1"/>
          <p:nvPr>
            <p:ph idx="3" type="body"/>
          </p:nvPr>
        </p:nvSpPr>
        <p:spPr>
          <a:xfrm>
            <a:off x="800100" y="3836713"/>
            <a:ext cx="6553200" cy="416343"/>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Font typeface="Lato"/>
              <a:buNone/>
              <a:defRPr sz="1800">
                <a:solidFill>
                  <a:srgbClr val="3F3F3F"/>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60"/>
          <p:cNvSpPr txBox="1"/>
          <p:nvPr>
            <p:ph idx="4" type="body"/>
          </p:nvPr>
        </p:nvSpPr>
        <p:spPr>
          <a:xfrm>
            <a:off x="800100" y="4260940"/>
            <a:ext cx="6553200" cy="416337"/>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Font typeface="Lato"/>
              <a:buNone/>
              <a:defRPr b="0" i="0" sz="1800">
                <a:solidFill>
                  <a:srgbClr val="3F3F3F"/>
                </a:solidFill>
                <a:latin typeface="Lato"/>
                <a:ea typeface="Lato"/>
                <a:cs typeface="Lato"/>
                <a:sym typeface="Lato"/>
              </a:defRPr>
            </a:lvl1pPr>
            <a:lvl2pPr indent="-342392" lvl="1" marL="914400" algn="l">
              <a:lnSpc>
                <a:spcPct val="100000"/>
              </a:lnSpc>
              <a:spcBef>
                <a:spcPts val="500"/>
              </a:spcBef>
              <a:spcAft>
                <a:spcPts val="0"/>
              </a:spcAft>
              <a:buSzPts val="1792"/>
              <a:buChar char="•"/>
              <a:defRPr>
                <a:solidFill>
                  <a:srgbClr val="00B0F0"/>
                </a:solidFill>
              </a:defRPr>
            </a:lvl2pPr>
            <a:lvl3pPr indent="-340360" lvl="2" marL="1371600" algn="l">
              <a:lnSpc>
                <a:spcPct val="100000"/>
              </a:lnSpc>
              <a:spcBef>
                <a:spcPts val="500"/>
              </a:spcBef>
              <a:spcAft>
                <a:spcPts val="0"/>
              </a:spcAft>
              <a:buSzPts val="1760"/>
              <a:buChar char="•"/>
              <a:defRPr>
                <a:solidFill>
                  <a:srgbClr val="00B0F0"/>
                </a:solidFill>
              </a:defRPr>
            </a:lvl3pPr>
            <a:lvl4pPr indent="-328168" lvl="3" marL="1828800" algn="l">
              <a:lnSpc>
                <a:spcPct val="100000"/>
              </a:lnSpc>
              <a:spcBef>
                <a:spcPts val="500"/>
              </a:spcBef>
              <a:spcAft>
                <a:spcPts val="0"/>
              </a:spcAft>
              <a:buSzPts val="1568"/>
              <a:buChar char="•"/>
              <a:defRPr>
                <a:solidFill>
                  <a:srgbClr val="00B0F0"/>
                </a:solidFill>
              </a:defRPr>
            </a:lvl4pPr>
            <a:lvl5pPr indent="-328168" lvl="4" marL="2286000" algn="l">
              <a:lnSpc>
                <a:spcPct val="100000"/>
              </a:lnSpc>
              <a:spcBef>
                <a:spcPts val="500"/>
              </a:spcBef>
              <a:spcAft>
                <a:spcPts val="0"/>
              </a:spcAft>
              <a:buSzPts val="1568"/>
              <a:buChar char="•"/>
              <a:defRPr>
                <a:solidFill>
                  <a:srgbClr val="00B0F0"/>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9" name="Google Shape;19;p60"/>
          <p:cNvPicPr preferRelativeResize="0"/>
          <p:nvPr/>
        </p:nvPicPr>
        <p:blipFill rotWithShape="1">
          <a:blip r:embed="rId4">
            <a:alphaModFix/>
          </a:blip>
          <a:srcRect b="0" l="0" r="0" t="0"/>
          <a:stretch/>
        </p:blipFill>
        <p:spPr>
          <a:xfrm>
            <a:off x="9346869" y="6156021"/>
            <a:ext cx="2022942" cy="337157"/>
          </a:xfrm>
          <a:prstGeom prst="rect">
            <a:avLst/>
          </a:prstGeom>
          <a:noFill/>
          <a:ln>
            <a:noFill/>
          </a:ln>
        </p:spPr>
      </p:pic>
    </p:spTree>
  </p:cSld>
  <p:clrMapOvr>
    <a:masterClrMapping/>
  </p:clrMapOvr>
  <p:extLst>
    <p:ext uri="{DCECCB84-F9BA-43D5-87BE-67443E8EF086}">
      <p15:sldGuideLst>
        <p15:guide id="1" pos="4632">
          <p15:clr>
            <a:srgbClr val="FBAE40"/>
          </p15:clr>
        </p15:guide>
        <p15:guide id="2" orient="horz" pos="2160">
          <p15:clr>
            <a:srgbClr val="FBAE40"/>
          </p15:clr>
        </p15:guide>
        <p15:guide id="3" orient="horz" pos="3696">
          <p15:clr>
            <a:srgbClr val="FBAE40"/>
          </p15:clr>
        </p15:guide>
        <p15:guide id="4" orient="horz" pos="26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 Option 4C - Printable" showMasterSp="0">
  <p:cSld name="1_Title Slide - Option 4C - Printable">
    <p:bg>
      <p:bgPr>
        <a:blipFill>
          <a:blip r:embed="rId2">
            <a:alphaModFix/>
          </a:blip>
          <a:stretch>
            <a:fillRect/>
          </a:stretch>
        </a:blipFill>
      </p:bgPr>
    </p:bg>
    <p:spTree>
      <p:nvGrpSpPr>
        <p:cNvPr id="20" name="Shape 20"/>
        <p:cNvGrpSpPr/>
        <p:nvPr/>
      </p:nvGrpSpPr>
      <p:grpSpPr>
        <a:xfrm>
          <a:off x="0" y="0"/>
          <a:ext cx="0" cy="0"/>
          <a:chOff x="0" y="0"/>
          <a:chExt cx="0" cy="0"/>
        </a:xfrm>
      </p:grpSpPr>
      <p:pic>
        <p:nvPicPr>
          <p:cNvPr id="21" name="Google Shape;21;p65"/>
          <p:cNvPicPr preferRelativeResize="0"/>
          <p:nvPr/>
        </p:nvPicPr>
        <p:blipFill rotWithShape="1">
          <a:blip r:embed="rId3">
            <a:alphaModFix/>
          </a:blip>
          <a:srcRect b="0" l="0" r="0" t="0"/>
          <a:stretch/>
        </p:blipFill>
        <p:spPr>
          <a:xfrm>
            <a:off x="759786" y="6147835"/>
            <a:ext cx="1734821" cy="331193"/>
          </a:xfrm>
          <a:prstGeom prst="rect">
            <a:avLst/>
          </a:prstGeom>
          <a:noFill/>
          <a:ln>
            <a:noFill/>
          </a:ln>
        </p:spPr>
      </p:pic>
      <p:sp>
        <p:nvSpPr>
          <p:cNvPr id="22" name="Google Shape;22;p65"/>
          <p:cNvSpPr txBox="1"/>
          <p:nvPr>
            <p:ph idx="1" type="body"/>
          </p:nvPr>
        </p:nvSpPr>
        <p:spPr>
          <a:xfrm>
            <a:off x="800100" y="638271"/>
            <a:ext cx="6449112" cy="2246574"/>
          </a:xfrm>
          <a:prstGeom prst="rect">
            <a:avLst/>
          </a:prstGeom>
          <a:noFill/>
          <a:ln>
            <a:noFill/>
          </a:ln>
        </p:spPr>
        <p:txBody>
          <a:bodyPr anchorCtr="0" anchor="b" bIns="45700" lIns="0" spcFirstLastPara="1" rIns="91425" wrap="square" tIns="45700">
            <a:normAutofit/>
          </a:bodyPr>
          <a:lstStyle>
            <a:lvl1pPr indent="-228600" lvl="0" marL="457200" algn="l">
              <a:lnSpc>
                <a:spcPct val="100000"/>
              </a:lnSpc>
              <a:spcBef>
                <a:spcPts val="500"/>
              </a:spcBef>
              <a:spcAft>
                <a:spcPts val="0"/>
              </a:spcAft>
              <a:buClr>
                <a:srgbClr val="8C1515"/>
              </a:buClr>
              <a:buSzPts val="4800"/>
              <a:buFont typeface="Lato"/>
              <a:buNone/>
              <a:defRPr b="1" sz="4800">
                <a:solidFill>
                  <a:srgbClr val="8C1515"/>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3" name="Google Shape;23;p65"/>
          <p:cNvCxnSpPr/>
          <p:nvPr/>
        </p:nvCxnSpPr>
        <p:spPr>
          <a:xfrm>
            <a:off x="0" y="5868971"/>
            <a:ext cx="12192000" cy="0"/>
          </a:xfrm>
          <a:prstGeom prst="straightConnector1">
            <a:avLst/>
          </a:prstGeom>
          <a:noFill/>
          <a:ln cap="flat" cmpd="sng" w="9525">
            <a:solidFill>
              <a:srgbClr val="3F3F3F"/>
            </a:solidFill>
            <a:prstDash val="solid"/>
            <a:miter lim="800000"/>
            <a:headEnd len="sm" w="sm" type="none"/>
            <a:tailEnd len="sm" w="sm" type="none"/>
          </a:ln>
        </p:spPr>
      </p:cxnSp>
      <p:sp>
        <p:nvSpPr>
          <p:cNvPr id="24" name="Google Shape;24;p65"/>
          <p:cNvSpPr txBox="1"/>
          <p:nvPr>
            <p:ph idx="2" type="body"/>
          </p:nvPr>
        </p:nvSpPr>
        <p:spPr>
          <a:xfrm>
            <a:off x="800100" y="2903265"/>
            <a:ext cx="6553200" cy="505405"/>
          </a:xfrm>
          <a:prstGeom prst="rect">
            <a:avLst/>
          </a:prstGeom>
          <a:noFill/>
          <a:ln>
            <a:noFill/>
          </a:ln>
        </p:spPr>
        <p:txBody>
          <a:bodyPr anchorCtr="0" anchor="b" bIns="45700" lIns="0" spcFirstLastPara="1" rIns="91425" wrap="square" tIns="45700">
            <a:noAutofit/>
          </a:bodyPr>
          <a:lstStyle>
            <a:lvl1pPr indent="-228600" lvl="0" marL="457200" algn="l">
              <a:lnSpc>
                <a:spcPct val="100000"/>
              </a:lnSpc>
              <a:spcBef>
                <a:spcPts val="500"/>
              </a:spcBef>
              <a:spcAft>
                <a:spcPts val="0"/>
              </a:spcAft>
              <a:buClr>
                <a:srgbClr val="3F3F3F"/>
              </a:buClr>
              <a:buSzPts val="2800"/>
              <a:buFont typeface="Lato"/>
              <a:buNone/>
              <a:defRPr sz="2800">
                <a:solidFill>
                  <a:srgbClr val="3F3F3F"/>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65"/>
          <p:cNvSpPr txBox="1"/>
          <p:nvPr>
            <p:ph idx="3" type="body"/>
          </p:nvPr>
        </p:nvSpPr>
        <p:spPr>
          <a:xfrm>
            <a:off x="800100" y="3836713"/>
            <a:ext cx="6553200" cy="416343"/>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Font typeface="Lato"/>
              <a:buNone/>
              <a:defRPr sz="1800">
                <a:solidFill>
                  <a:srgbClr val="3F3F3F"/>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65"/>
          <p:cNvSpPr txBox="1"/>
          <p:nvPr>
            <p:ph idx="4" type="body"/>
          </p:nvPr>
        </p:nvSpPr>
        <p:spPr>
          <a:xfrm>
            <a:off x="800100" y="4260940"/>
            <a:ext cx="6553200" cy="416337"/>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Font typeface="Lato"/>
              <a:buNone/>
              <a:defRPr b="0" i="0" sz="1800">
                <a:solidFill>
                  <a:srgbClr val="3F3F3F"/>
                </a:solidFill>
                <a:latin typeface="Lato"/>
                <a:ea typeface="Lato"/>
                <a:cs typeface="Lato"/>
                <a:sym typeface="Lato"/>
              </a:defRPr>
            </a:lvl1pPr>
            <a:lvl2pPr indent="-342392" lvl="1" marL="914400" algn="l">
              <a:lnSpc>
                <a:spcPct val="100000"/>
              </a:lnSpc>
              <a:spcBef>
                <a:spcPts val="500"/>
              </a:spcBef>
              <a:spcAft>
                <a:spcPts val="0"/>
              </a:spcAft>
              <a:buSzPts val="1792"/>
              <a:buChar char="•"/>
              <a:defRPr>
                <a:solidFill>
                  <a:srgbClr val="00B0F0"/>
                </a:solidFill>
              </a:defRPr>
            </a:lvl2pPr>
            <a:lvl3pPr indent="-340360" lvl="2" marL="1371600" algn="l">
              <a:lnSpc>
                <a:spcPct val="100000"/>
              </a:lnSpc>
              <a:spcBef>
                <a:spcPts val="500"/>
              </a:spcBef>
              <a:spcAft>
                <a:spcPts val="0"/>
              </a:spcAft>
              <a:buSzPts val="1760"/>
              <a:buChar char="•"/>
              <a:defRPr>
                <a:solidFill>
                  <a:srgbClr val="00B0F0"/>
                </a:solidFill>
              </a:defRPr>
            </a:lvl3pPr>
            <a:lvl4pPr indent="-328168" lvl="3" marL="1828800" algn="l">
              <a:lnSpc>
                <a:spcPct val="100000"/>
              </a:lnSpc>
              <a:spcBef>
                <a:spcPts val="500"/>
              </a:spcBef>
              <a:spcAft>
                <a:spcPts val="0"/>
              </a:spcAft>
              <a:buSzPts val="1568"/>
              <a:buChar char="•"/>
              <a:defRPr>
                <a:solidFill>
                  <a:srgbClr val="00B0F0"/>
                </a:solidFill>
              </a:defRPr>
            </a:lvl4pPr>
            <a:lvl5pPr indent="-328168" lvl="4" marL="2286000" algn="l">
              <a:lnSpc>
                <a:spcPct val="100000"/>
              </a:lnSpc>
              <a:spcBef>
                <a:spcPts val="500"/>
              </a:spcBef>
              <a:spcAft>
                <a:spcPts val="0"/>
              </a:spcAft>
              <a:buSzPts val="1568"/>
              <a:buChar char="•"/>
              <a:defRPr>
                <a:solidFill>
                  <a:srgbClr val="00B0F0"/>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7" name="Google Shape;27;p65"/>
          <p:cNvPicPr preferRelativeResize="0"/>
          <p:nvPr/>
        </p:nvPicPr>
        <p:blipFill rotWithShape="1">
          <a:blip r:embed="rId4">
            <a:alphaModFix/>
          </a:blip>
          <a:srcRect b="0" l="0" r="0" t="0"/>
          <a:stretch/>
        </p:blipFill>
        <p:spPr>
          <a:xfrm>
            <a:off x="9346869" y="6156021"/>
            <a:ext cx="2022942" cy="337157"/>
          </a:xfrm>
          <a:prstGeom prst="rect">
            <a:avLst/>
          </a:prstGeom>
          <a:noFill/>
          <a:ln>
            <a:noFill/>
          </a:ln>
        </p:spPr>
      </p:pic>
    </p:spTree>
  </p:cSld>
  <p:clrMapOvr>
    <a:masterClrMapping/>
  </p:clrMapOvr>
  <p:extLst>
    <p:ext uri="{DCECCB84-F9BA-43D5-87BE-67443E8EF086}">
      <p15:sldGuideLst>
        <p15:guide id="1" pos="4632">
          <p15:clr>
            <a:srgbClr val="FBAE40"/>
          </p15:clr>
        </p15:guide>
        <p15:guide id="2" orient="horz" pos="2160">
          <p15:clr>
            <a:srgbClr val="FBAE40"/>
          </p15:clr>
        </p15:guide>
        <p15:guide id="3" orient="horz" pos="3696">
          <p15:clr>
            <a:srgbClr val="FBAE40"/>
          </p15:clr>
        </p15:guide>
        <p15:guide id="4" orient="horz" pos="26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Option 1" showMasterSp="0">
  <p:cSld name="Title Slide - Option 1">
    <p:bg>
      <p:bgPr>
        <a:gradFill>
          <a:gsLst>
            <a:gs pos="0">
              <a:srgbClr val="E04F39"/>
            </a:gs>
            <a:gs pos="15000">
              <a:srgbClr val="E04F39"/>
            </a:gs>
            <a:gs pos="50000">
              <a:srgbClr val="AF2D24"/>
            </a:gs>
            <a:gs pos="100000">
              <a:srgbClr val="8C1515"/>
            </a:gs>
          </a:gsLst>
          <a:lin ang="8100000" scaled="0"/>
        </a:gradFill>
      </p:bgPr>
    </p:bg>
    <p:spTree>
      <p:nvGrpSpPr>
        <p:cNvPr id="28" name="Shape 28"/>
        <p:cNvGrpSpPr/>
        <p:nvPr/>
      </p:nvGrpSpPr>
      <p:grpSpPr>
        <a:xfrm>
          <a:off x="0" y="0"/>
          <a:ext cx="0" cy="0"/>
          <a:chOff x="0" y="0"/>
          <a:chExt cx="0" cy="0"/>
        </a:xfrm>
      </p:grpSpPr>
      <p:pic>
        <p:nvPicPr>
          <p:cNvPr id="29" name="Google Shape;29;p6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0" name="Google Shape;30;p68"/>
          <p:cNvSpPr txBox="1"/>
          <p:nvPr>
            <p:ph idx="1" type="body"/>
          </p:nvPr>
        </p:nvSpPr>
        <p:spPr>
          <a:xfrm>
            <a:off x="800100" y="647701"/>
            <a:ext cx="7563494" cy="2246574"/>
          </a:xfrm>
          <a:prstGeom prst="rect">
            <a:avLst/>
          </a:prstGeom>
          <a:noFill/>
          <a:ln>
            <a:noFill/>
          </a:ln>
        </p:spPr>
        <p:txBody>
          <a:bodyPr anchorCtr="0" anchor="b" bIns="45700" lIns="0" spcFirstLastPara="1" rIns="91425" wrap="square" tIns="45700">
            <a:normAutofit/>
          </a:bodyPr>
          <a:lstStyle>
            <a:lvl1pPr indent="-228600" lvl="0" marL="457200" algn="l">
              <a:lnSpc>
                <a:spcPct val="100000"/>
              </a:lnSpc>
              <a:spcBef>
                <a:spcPts val="500"/>
              </a:spcBef>
              <a:spcAft>
                <a:spcPts val="0"/>
              </a:spcAft>
              <a:buClr>
                <a:schemeClr val="lt1"/>
              </a:buClr>
              <a:buSzPts val="4800"/>
              <a:buFont typeface="Lato"/>
              <a:buNone/>
              <a:defRPr sz="4800">
                <a:solidFill>
                  <a:schemeClr val="lt1"/>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68"/>
          <p:cNvSpPr txBox="1"/>
          <p:nvPr>
            <p:ph idx="2" type="body"/>
          </p:nvPr>
        </p:nvSpPr>
        <p:spPr>
          <a:xfrm>
            <a:off x="800099" y="2931546"/>
            <a:ext cx="7563495" cy="505405"/>
          </a:xfrm>
          <a:prstGeom prst="rect">
            <a:avLst/>
          </a:prstGeom>
          <a:noFill/>
          <a:ln>
            <a:noFill/>
          </a:ln>
        </p:spPr>
        <p:txBody>
          <a:bodyPr anchorCtr="0" anchor="b" bIns="45700" lIns="0" spcFirstLastPara="1" rIns="91425" wrap="square" tIns="45700">
            <a:noAutofit/>
          </a:bodyPr>
          <a:lstStyle>
            <a:lvl1pPr indent="-228600" lvl="0" marL="457200" algn="l">
              <a:lnSpc>
                <a:spcPct val="100000"/>
              </a:lnSpc>
              <a:spcBef>
                <a:spcPts val="500"/>
              </a:spcBef>
              <a:spcAft>
                <a:spcPts val="0"/>
              </a:spcAft>
              <a:buClr>
                <a:schemeClr val="lt1"/>
              </a:buClr>
              <a:buSzPts val="2800"/>
              <a:buFont typeface="Lato"/>
              <a:buNone/>
              <a:defRPr sz="2800">
                <a:solidFill>
                  <a:schemeClr val="lt1"/>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68"/>
          <p:cNvSpPr txBox="1"/>
          <p:nvPr>
            <p:ph idx="3" type="body"/>
          </p:nvPr>
        </p:nvSpPr>
        <p:spPr>
          <a:xfrm>
            <a:off x="800100" y="3941112"/>
            <a:ext cx="7563494" cy="363896"/>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chemeClr val="lt1"/>
              </a:buClr>
              <a:buSzPts val="1800"/>
              <a:buFont typeface="Lato"/>
              <a:buNone/>
              <a:defRPr sz="1800">
                <a:solidFill>
                  <a:schemeClr val="lt1"/>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68"/>
          <p:cNvSpPr txBox="1"/>
          <p:nvPr>
            <p:ph idx="4" type="body"/>
          </p:nvPr>
        </p:nvSpPr>
        <p:spPr>
          <a:xfrm>
            <a:off x="800100" y="4306401"/>
            <a:ext cx="5199706" cy="295275"/>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chemeClr val="lt1"/>
              </a:buClr>
              <a:buSzPts val="1600"/>
              <a:buFont typeface="Lato"/>
              <a:buNone/>
              <a:defRPr b="1" i="0" sz="1600">
                <a:solidFill>
                  <a:schemeClr val="lt1"/>
                </a:solidFill>
                <a:latin typeface="Lato"/>
                <a:ea typeface="Lato"/>
                <a:cs typeface="Lato"/>
                <a:sym typeface="Lato"/>
              </a:defRPr>
            </a:lvl1pPr>
            <a:lvl2pPr indent="-342392" lvl="1" marL="914400" algn="l">
              <a:lnSpc>
                <a:spcPct val="100000"/>
              </a:lnSpc>
              <a:spcBef>
                <a:spcPts val="500"/>
              </a:spcBef>
              <a:spcAft>
                <a:spcPts val="0"/>
              </a:spcAft>
              <a:buSzPts val="1792"/>
              <a:buChar char="•"/>
              <a:defRPr>
                <a:solidFill>
                  <a:srgbClr val="00B0F0"/>
                </a:solidFill>
              </a:defRPr>
            </a:lvl2pPr>
            <a:lvl3pPr indent="-340360" lvl="2" marL="1371600" algn="l">
              <a:lnSpc>
                <a:spcPct val="100000"/>
              </a:lnSpc>
              <a:spcBef>
                <a:spcPts val="500"/>
              </a:spcBef>
              <a:spcAft>
                <a:spcPts val="0"/>
              </a:spcAft>
              <a:buSzPts val="1760"/>
              <a:buChar char="•"/>
              <a:defRPr>
                <a:solidFill>
                  <a:srgbClr val="00B0F0"/>
                </a:solidFill>
              </a:defRPr>
            </a:lvl3pPr>
            <a:lvl4pPr indent="-328168" lvl="3" marL="1828800" algn="l">
              <a:lnSpc>
                <a:spcPct val="100000"/>
              </a:lnSpc>
              <a:spcBef>
                <a:spcPts val="500"/>
              </a:spcBef>
              <a:spcAft>
                <a:spcPts val="0"/>
              </a:spcAft>
              <a:buSzPts val="1568"/>
              <a:buChar char="•"/>
              <a:defRPr>
                <a:solidFill>
                  <a:srgbClr val="00B0F0"/>
                </a:solidFill>
              </a:defRPr>
            </a:lvl4pPr>
            <a:lvl5pPr indent="-328168" lvl="4" marL="2286000" algn="l">
              <a:lnSpc>
                <a:spcPct val="100000"/>
              </a:lnSpc>
              <a:spcBef>
                <a:spcPts val="500"/>
              </a:spcBef>
              <a:spcAft>
                <a:spcPts val="0"/>
              </a:spcAft>
              <a:buSzPts val="1568"/>
              <a:buChar char="•"/>
              <a:defRPr>
                <a:solidFill>
                  <a:srgbClr val="00B0F0"/>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4" name="Google Shape;34;p68"/>
          <p:cNvPicPr preferRelativeResize="0"/>
          <p:nvPr/>
        </p:nvPicPr>
        <p:blipFill rotWithShape="1">
          <a:blip r:embed="rId3">
            <a:alphaModFix/>
          </a:blip>
          <a:srcRect b="0" l="0" r="0" t="0"/>
          <a:stretch/>
        </p:blipFill>
        <p:spPr>
          <a:xfrm>
            <a:off x="759786" y="6147835"/>
            <a:ext cx="1734821" cy="331193"/>
          </a:xfrm>
          <a:prstGeom prst="rect">
            <a:avLst/>
          </a:prstGeom>
          <a:noFill/>
          <a:ln>
            <a:noFill/>
          </a:ln>
        </p:spPr>
      </p:pic>
      <p:pic>
        <p:nvPicPr>
          <p:cNvPr id="35" name="Google Shape;35;p68"/>
          <p:cNvPicPr preferRelativeResize="0"/>
          <p:nvPr/>
        </p:nvPicPr>
        <p:blipFill rotWithShape="1">
          <a:blip r:embed="rId4">
            <a:alphaModFix/>
          </a:blip>
          <a:srcRect b="0" l="0" r="0" t="0"/>
          <a:stretch/>
        </p:blipFill>
        <p:spPr>
          <a:xfrm>
            <a:off x="9346869" y="6156021"/>
            <a:ext cx="2022942" cy="337157"/>
          </a:xfrm>
          <a:prstGeom prst="rect">
            <a:avLst/>
          </a:prstGeom>
          <a:noFill/>
          <a:ln>
            <a:noFill/>
          </a:ln>
        </p:spPr>
      </p:pic>
      <p:cxnSp>
        <p:nvCxnSpPr>
          <p:cNvPr id="36" name="Google Shape;36;p68"/>
          <p:cNvCxnSpPr/>
          <p:nvPr/>
        </p:nvCxnSpPr>
        <p:spPr>
          <a:xfrm>
            <a:off x="800100" y="3762332"/>
            <a:ext cx="10553700" cy="0"/>
          </a:xfrm>
          <a:prstGeom prst="straightConnector1">
            <a:avLst/>
          </a:prstGeom>
          <a:noFill/>
          <a:ln cap="flat" cmpd="sng" w="9525">
            <a:solidFill>
              <a:schemeClr val="lt1"/>
            </a:solidFill>
            <a:prstDash val="solid"/>
            <a:miter lim="800000"/>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Option 2" showMasterSp="0">
  <p:cSld name="Title Slide - Option 2">
    <p:spTree>
      <p:nvGrpSpPr>
        <p:cNvPr id="37" name="Shape 37"/>
        <p:cNvGrpSpPr/>
        <p:nvPr/>
      </p:nvGrpSpPr>
      <p:grpSpPr>
        <a:xfrm>
          <a:off x="0" y="0"/>
          <a:ext cx="0" cy="0"/>
          <a:chOff x="0" y="0"/>
          <a:chExt cx="0" cy="0"/>
        </a:xfrm>
      </p:grpSpPr>
      <p:pic>
        <p:nvPicPr>
          <p:cNvPr descr="A picture containing ocean floor&#10;&#10;Description automatically generated" id="38" name="Google Shape;38;p6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39" name="Google Shape;39;p69"/>
          <p:cNvSpPr txBox="1"/>
          <p:nvPr>
            <p:ph idx="1" type="body"/>
          </p:nvPr>
        </p:nvSpPr>
        <p:spPr>
          <a:xfrm>
            <a:off x="800100" y="647701"/>
            <a:ext cx="7563494" cy="2246574"/>
          </a:xfrm>
          <a:prstGeom prst="rect">
            <a:avLst/>
          </a:prstGeom>
          <a:noFill/>
          <a:ln>
            <a:noFill/>
          </a:ln>
        </p:spPr>
        <p:txBody>
          <a:bodyPr anchorCtr="0" anchor="b" bIns="45700" lIns="0" spcFirstLastPara="1" rIns="91425" wrap="square" tIns="45700">
            <a:normAutofit/>
          </a:bodyPr>
          <a:lstStyle>
            <a:lvl1pPr indent="-228600" lvl="0" marL="457200" algn="l">
              <a:lnSpc>
                <a:spcPct val="100000"/>
              </a:lnSpc>
              <a:spcBef>
                <a:spcPts val="500"/>
              </a:spcBef>
              <a:spcAft>
                <a:spcPts val="0"/>
              </a:spcAft>
              <a:buClr>
                <a:schemeClr val="lt1"/>
              </a:buClr>
              <a:buSzPts val="4800"/>
              <a:buFont typeface="Lato"/>
              <a:buNone/>
              <a:defRPr sz="4800">
                <a:solidFill>
                  <a:schemeClr val="lt1"/>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9"/>
          <p:cNvSpPr txBox="1"/>
          <p:nvPr>
            <p:ph idx="2" type="body"/>
          </p:nvPr>
        </p:nvSpPr>
        <p:spPr>
          <a:xfrm>
            <a:off x="800099" y="2931546"/>
            <a:ext cx="7563495" cy="505405"/>
          </a:xfrm>
          <a:prstGeom prst="rect">
            <a:avLst/>
          </a:prstGeom>
          <a:noFill/>
          <a:ln>
            <a:noFill/>
          </a:ln>
        </p:spPr>
        <p:txBody>
          <a:bodyPr anchorCtr="0" anchor="b" bIns="45700" lIns="0" spcFirstLastPara="1" rIns="91425" wrap="square" tIns="45700">
            <a:noAutofit/>
          </a:bodyPr>
          <a:lstStyle>
            <a:lvl1pPr indent="-228600" lvl="0" marL="457200" algn="l">
              <a:lnSpc>
                <a:spcPct val="100000"/>
              </a:lnSpc>
              <a:spcBef>
                <a:spcPts val="500"/>
              </a:spcBef>
              <a:spcAft>
                <a:spcPts val="0"/>
              </a:spcAft>
              <a:buClr>
                <a:srgbClr val="D4D1D1"/>
              </a:buClr>
              <a:buSzPts val="2800"/>
              <a:buFont typeface="Lato"/>
              <a:buNone/>
              <a:defRPr sz="2800">
                <a:solidFill>
                  <a:srgbClr val="D4D1D1"/>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9"/>
          <p:cNvSpPr txBox="1"/>
          <p:nvPr>
            <p:ph idx="3" type="body"/>
          </p:nvPr>
        </p:nvSpPr>
        <p:spPr>
          <a:xfrm>
            <a:off x="800100" y="3941112"/>
            <a:ext cx="7563494" cy="363896"/>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chemeClr val="lt1"/>
              </a:buClr>
              <a:buSzPts val="1800"/>
              <a:buFont typeface="Lato"/>
              <a:buNone/>
              <a:defRPr sz="1800">
                <a:solidFill>
                  <a:schemeClr val="lt1"/>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9"/>
          <p:cNvSpPr txBox="1"/>
          <p:nvPr>
            <p:ph idx="4" type="body"/>
          </p:nvPr>
        </p:nvSpPr>
        <p:spPr>
          <a:xfrm>
            <a:off x="800100" y="4306401"/>
            <a:ext cx="5199706" cy="295275"/>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D4D1D1"/>
              </a:buClr>
              <a:buSzPts val="1600"/>
              <a:buFont typeface="Lato"/>
              <a:buNone/>
              <a:defRPr b="1" i="0" sz="1600">
                <a:solidFill>
                  <a:srgbClr val="D4D1D1"/>
                </a:solidFill>
                <a:latin typeface="Lato"/>
                <a:ea typeface="Lato"/>
                <a:cs typeface="Lato"/>
                <a:sym typeface="Lato"/>
              </a:defRPr>
            </a:lvl1pPr>
            <a:lvl2pPr indent="-342392" lvl="1" marL="914400" algn="l">
              <a:lnSpc>
                <a:spcPct val="100000"/>
              </a:lnSpc>
              <a:spcBef>
                <a:spcPts val="500"/>
              </a:spcBef>
              <a:spcAft>
                <a:spcPts val="0"/>
              </a:spcAft>
              <a:buSzPts val="1792"/>
              <a:buChar char="•"/>
              <a:defRPr>
                <a:solidFill>
                  <a:srgbClr val="00B0F0"/>
                </a:solidFill>
              </a:defRPr>
            </a:lvl2pPr>
            <a:lvl3pPr indent="-340360" lvl="2" marL="1371600" algn="l">
              <a:lnSpc>
                <a:spcPct val="100000"/>
              </a:lnSpc>
              <a:spcBef>
                <a:spcPts val="500"/>
              </a:spcBef>
              <a:spcAft>
                <a:spcPts val="0"/>
              </a:spcAft>
              <a:buSzPts val="1760"/>
              <a:buChar char="•"/>
              <a:defRPr>
                <a:solidFill>
                  <a:srgbClr val="00B0F0"/>
                </a:solidFill>
              </a:defRPr>
            </a:lvl3pPr>
            <a:lvl4pPr indent="-328168" lvl="3" marL="1828800" algn="l">
              <a:lnSpc>
                <a:spcPct val="100000"/>
              </a:lnSpc>
              <a:spcBef>
                <a:spcPts val="500"/>
              </a:spcBef>
              <a:spcAft>
                <a:spcPts val="0"/>
              </a:spcAft>
              <a:buSzPts val="1568"/>
              <a:buChar char="•"/>
              <a:defRPr>
                <a:solidFill>
                  <a:srgbClr val="00B0F0"/>
                </a:solidFill>
              </a:defRPr>
            </a:lvl4pPr>
            <a:lvl5pPr indent="-328168" lvl="4" marL="2286000" algn="l">
              <a:lnSpc>
                <a:spcPct val="100000"/>
              </a:lnSpc>
              <a:spcBef>
                <a:spcPts val="500"/>
              </a:spcBef>
              <a:spcAft>
                <a:spcPts val="0"/>
              </a:spcAft>
              <a:buSzPts val="1568"/>
              <a:buChar char="•"/>
              <a:defRPr>
                <a:solidFill>
                  <a:srgbClr val="00B0F0"/>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43" name="Google Shape;43;p69"/>
          <p:cNvPicPr preferRelativeResize="0"/>
          <p:nvPr/>
        </p:nvPicPr>
        <p:blipFill rotWithShape="1">
          <a:blip r:embed="rId3">
            <a:alphaModFix/>
          </a:blip>
          <a:srcRect b="0" l="0" r="0" t="0"/>
          <a:stretch/>
        </p:blipFill>
        <p:spPr>
          <a:xfrm>
            <a:off x="759786" y="6147835"/>
            <a:ext cx="1734821" cy="331193"/>
          </a:xfrm>
          <a:prstGeom prst="rect">
            <a:avLst/>
          </a:prstGeom>
          <a:noFill/>
          <a:ln>
            <a:noFill/>
          </a:ln>
        </p:spPr>
      </p:pic>
      <p:pic>
        <p:nvPicPr>
          <p:cNvPr id="44" name="Google Shape;44;p69"/>
          <p:cNvPicPr preferRelativeResize="0"/>
          <p:nvPr/>
        </p:nvPicPr>
        <p:blipFill rotWithShape="1">
          <a:blip r:embed="rId4">
            <a:alphaModFix/>
          </a:blip>
          <a:srcRect b="0" l="0" r="0" t="0"/>
          <a:stretch/>
        </p:blipFill>
        <p:spPr>
          <a:xfrm>
            <a:off x="9346869" y="6156021"/>
            <a:ext cx="2022942" cy="337157"/>
          </a:xfrm>
          <a:prstGeom prst="rect">
            <a:avLst/>
          </a:prstGeom>
          <a:noFill/>
          <a:ln>
            <a:noFill/>
          </a:ln>
        </p:spPr>
      </p:pic>
      <p:cxnSp>
        <p:nvCxnSpPr>
          <p:cNvPr id="45" name="Google Shape;45;p69"/>
          <p:cNvCxnSpPr/>
          <p:nvPr/>
        </p:nvCxnSpPr>
        <p:spPr>
          <a:xfrm>
            <a:off x="800100" y="3762332"/>
            <a:ext cx="10553700" cy="0"/>
          </a:xfrm>
          <a:prstGeom prst="straightConnector1">
            <a:avLst/>
          </a:prstGeom>
          <a:noFill/>
          <a:ln cap="flat" cmpd="sng" w="9525">
            <a:solidFill>
              <a:schemeClr val="lt1"/>
            </a:solidFill>
            <a:prstDash val="solid"/>
            <a:miter lim="800000"/>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 Option 3">
  <p:cSld name="1_Title Slide - Option 3">
    <p:bg>
      <p:bgPr>
        <a:solidFill>
          <a:schemeClr val="lt1"/>
        </a:solidFill>
      </p:bgPr>
    </p:bg>
    <p:spTree>
      <p:nvGrpSpPr>
        <p:cNvPr id="46" name="Shape 46"/>
        <p:cNvGrpSpPr/>
        <p:nvPr/>
      </p:nvGrpSpPr>
      <p:grpSpPr>
        <a:xfrm>
          <a:off x="0" y="0"/>
          <a:ext cx="0" cy="0"/>
          <a:chOff x="0" y="0"/>
          <a:chExt cx="0" cy="0"/>
        </a:xfrm>
      </p:grpSpPr>
      <p:sp>
        <p:nvSpPr>
          <p:cNvPr id="47" name="Google Shape;47;p70"/>
          <p:cNvSpPr/>
          <p:nvPr>
            <p:ph idx="2" type="pic"/>
          </p:nvPr>
        </p:nvSpPr>
        <p:spPr>
          <a:xfrm>
            <a:off x="0" y="0"/>
            <a:ext cx="12192000" cy="6858000"/>
          </a:xfrm>
          <a:prstGeom prst="rect">
            <a:avLst/>
          </a:prstGeom>
          <a:solidFill>
            <a:srgbClr val="D0CECE"/>
          </a:solidFill>
          <a:ln>
            <a:noFill/>
          </a:ln>
        </p:spPr>
      </p:sp>
      <p:sp>
        <p:nvSpPr>
          <p:cNvPr id="48" name="Google Shape;48;p70"/>
          <p:cNvSpPr txBox="1"/>
          <p:nvPr>
            <p:ph idx="1" type="body"/>
          </p:nvPr>
        </p:nvSpPr>
        <p:spPr>
          <a:xfrm>
            <a:off x="800100" y="647701"/>
            <a:ext cx="7563494" cy="2246574"/>
          </a:xfrm>
          <a:prstGeom prst="rect">
            <a:avLst/>
          </a:prstGeom>
          <a:noFill/>
          <a:ln>
            <a:noFill/>
          </a:ln>
        </p:spPr>
        <p:txBody>
          <a:bodyPr anchorCtr="0" anchor="b" bIns="45700" lIns="0" spcFirstLastPara="1" rIns="91425" wrap="square" tIns="45700">
            <a:normAutofit/>
          </a:bodyPr>
          <a:lstStyle>
            <a:lvl1pPr indent="-228600" lvl="0" marL="457200" algn="l">
              <a:lnSpc>
                <a:spcPct val="100000"/>
              </a:lnSpc>
              <a:spcBef>
                <a:spcPts val="500"/>
              </a:spcBef>
              <a:spcAft>
                <a:spcPts val="0"/>
              </a:spcAft>
              <a:buClr>
                <a:schemeClr val="lt1"/>
              </a:buClr>
              <a:buSzPts val="4800"/>
              <a:buFont typeface="Lato"/>
              <a:buNone/>
              <a:defRPr sz="4800">
                <a:solidFill>
                  <a:schemeClr val="lt1"/>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70"/>
          <p:cNvSpPr txBox="1"/>
          <p:nvPr>
            <p:ph idx="3" type="body"/>
          </p:nvPr>
        </p:nvSpPr>
        <p:spPr>
          <a:xfrm>
            <a:off x="800099" y="2931546"/>
            <a:ext cx="7563495" cy="505405"/>
          </a:xfrm>
          <a:prstGeom prst="rect">
            <a:avLst/>
          </a:prstGeom>
          <a:noFill/>
          <a:ln>
            <a:noFill/>
          </a:ln>
        </p:spPr>
        <p:txBody>
          <a:bodyPr anchorCtr="0" anchor="b" bIns="45700" lIns="0" spcFirstLastPara="1" rIns="91425" wrap="square" tIns="45700">
            <a:noAutofit/>
          </a:bodyPr>
          <a:lstStyle>
            <a:lvl1pPr indent="-228600" lvl="0" marL="457200" algn="l">
              <a:lnSpc>
                <a:spcPct val="100000"/>
              </a:lnSpc>
              <a:spcBef>
                <a:spcPts val="500"/>
              </a:spcBef>
              <a:spcAft>
                <a:spcPts val="0"/>
              </a:spcAft>
              <a:buClr>
                <a:schemeClr val="lt1"/>
              </a:buClr>
              <a:buSzPts val="2800"/>
              <a:buFont typeface="Lato"/>
              <a:buNone/>
              <a:defRPr sz="2800">
                <a:solidFill>
                  <a:schemeClr val="lt1"/>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0"/>
          <p:cNvSpPr txBox="1"/>
          <p:nvPr>
            <p:ph idx="4" type="body"/>
          </p:nvPr>
        </p:nvSpPr>
        <p:spPr>
          <a:xfrm>
            <a:off x="800100" y="3941112"/>
            <a:ext cx="7563494" cy="363896"/>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chemeClr val="lt1"/>
              </a:buClr>
              <a:buSzPts val="1800"/>
              <a:buFont typeface="Lato"/>
              <a:buNone/>
              <a:defRPr sz="1800">
                <a:solidFill>
                  <a:schemeClr val="lt1"/>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70"/>
          <p:cNvSpPr txBox="1"/>
          <p:nvPr>
            <p:ph idx="5" type="body"/>
          </p:nvPr>
        </p:nvSpPr>
        <p:spPr>
          <a:xfrm>
            <a:off x="800099" y="4306401"/>
            <a:ext cx="7563493" cy="295275"/>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chemeClr val="lt1"/>
              </a:buClr>
              <a:buSzPts val="1600"/>
              <a:buFont typeface="Lato"/>
              <a:buNone/>
              <a:defRPr b="1" i="0" sz="1600">
                <a:solidFill>
                  <a:schemeClr val="lt1"/>
                </a:solidFill>
                <a:latin typeface="Lato"/>
                <a:ea typeface="Lato"/>
                <a:cs typeface="Lato"/>
                <a:sym typeface="Lato"/>
              </a:defRPr>
            </a:lvl1pPr>
            <a:lvl2pPr indent="-342392" lvl="1" marL="914400" algn="l">
              <a:lnSpc>
                <a:spcPct val="100000"/>
              </a:lnSpc>
              <a:spcBef>
                <a:spcPts val="500"/>
              </a:spcBef>
              <a:spcAft>
                <a:spcPts val="0"/>
              </a:spcAft>
              <a:buSzPts val="1792"/>
              <a:buChar char="•"/>
              <a:defRPr>
                <a:solidFill>
                  <a:srgbClr val="00B0F0"/>
                </a:solidFill>
              </a:defRPr>
            </a:lvl2pPr>
            <a:lvl3pPr indent="-340360" lvl="2" marL="1371600" algn="l">
              <a:lnSpc>
                <a:spcPct val="100000"/>
              </a:lnSpc>
              <a:spcBef>
                <a:spcPts val="500"/>
              </a:spcBef>
              <a:spcAft>
                <a:spcPts val="0"/>
              </a:spcAft>
              <a:buSzPts val="1760"/>
              <a:buChar char="•"/>
              <a:defRPr>
                <a:solidFill>
                  <a:srgbClr val="00B0F0"/>
                </a:solidFill>
              </a:defRPr>
            </a:lvl3pPr>
            <a:lvl4pPr indent="-328168" lvl="3" marL="1828800" algn="l">
              <a:lnSpc>
                <a:spcPct val="100000"/>
              </a:lnSpc>
              <a:spcBef>
                <a:spcPts val="500"/>
              </a:spcBef>
              <a:spcAft>
                <a:spcPts val="0"/>
              </a:spcAft>
              <a:buSzPts val="1568"/>
              <a:buChar char="•"/>
              <a:defRPr>
                <a:solidFill>
                  <a:srgbClr val="00B0F0"/>
                </a:solidFill>
              </a:defRPr>
            </a:lvl4pPr>
            <a:lvl5pPr indent="-328168" lvl="4" marL="2286000" algn="l">
              <a:lnSpc>
                <a:spcPct val="100000"/>
              </a:lnSpc>
              <a:spcBef>
                <a:spcPts val="500"/>
              </a:spcBef>
              <a:spcAft>
                <a:spcPts val="0"/>
              </a:spcAft>
              <a:buSzPts val="1568"/>
              <a:buChar char="•"/>
              <a:defRPr>
                <a:solidFill>
                  <a:srgbClr val="00B0F0"/>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70"/>
          <p:cNvSpPr txBox="1"/>
          <p:nvPr>
            <p:ph idx="6" type="body"/>
          </p:nvPr>
        </p:nvSpPr>
        <p:spPr>
          <a:xfrm>
            <a:off x="9347200" y="6156325"/>
            <a:ext cx="2006600" cy="336550"/>
          </a:xfrm>
          <a:prstGeom prst="rect">
            <a:avLst/>
          </a:prstGeom>
          <a:blipFill rotWithShape="1">
            <a:blip r:embed="rId2">
              <a:alphaModFix/>
            </a:blip>
            <a:stretch>
              <a:fillRect b="0" l="0" r="0" t="0"/>
            </a:stretch>
          </a:blip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None/>
              <a:defRPr/>
            </a:lvl1pPr>
            <a:lvl2pPr indent="-356616" lvl="1" marL="914400" algn="l">
              <a:lnSpc>
                <a:spcPct val="100000"/>
              </a:lnSpc>
              <a:spcBef>
                <a:spcPts val="500"/>
              </a:spcBef>
              <a:spcAft>
                <a:spcPts val="0"/>
              </a:spcAft>
              <a:buSzPts val="2016"/>
              <a:buChar char="•"/>
              <a:defRPr/>
            </a:lvl2pPr>
            <a:lvl3pPr indent="-354330" lvl="2" marL="1371600" algn="l">
              <a:lnSpc>
                <a:spcPct val="100000"/>
              </a:lnSpc>
              <a:spcBef>
                <a:spcPts val="500"/>
              </a:spcBef>
              <a:spcAft>
                <a:spcPts val="0"/>
              </a:spcAft>
              <a:buSzPts val="1980"/>
              <a:buChar char="•"/>
              <a:defRPr/>
            </a:lvl3pPr>
            <a:lvl4pPr indent="-356616" lvl="3" marL="1828800" algn="l">
              <a:lnSpc>
                <a:spcPct val="100000"/>
              </a:lnSpc>
              <a:spcBef>
                <a:spcPts val="500"/>
              </a:spcBef>
              <a:spcAft>
                <a:spcPts val="0"/>
              </a:spcAft>
              <a:buSzPts val="2016"/>
              <a:buChar char="•"/>
              <a:defRPr/>
            </a:lvl4pPr>
            <a:lvl5pPr indent="-356616" lvl="4" marL="2286000" algn="l">
              <a:lnSpc>
                <a:spcPct val="10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70"/>
          <p:cNvSpPr txBox="1"/>
          <p:nvPr>
            <p:ph idx="7" type="body"/>
          </p:nvPr>
        </p:nvSpPr>
        <p:spPr>
          <a:xfrm>
            <a:off x="800099" y="3740943"/>
            <a:ext cx="10553701" cy="45719"/>
          </a:xfrm>
          <a:prstGeom prst="rect">
            <a:avLst/>
          </a:prstGeom>
          <a:blipFill rotWithShape="1">
            <a:blip r:embed="rId3">
              <a:alphaModFix/>
            </a:blip>
            <a:stretch>
              <a:fillRect b="0" l="0" r="0" t="0"/>
            </a:stretch>
          </a:blip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None/>
              <a:defRPr/>
            </a:lvl1pPr>
            <a:lvl2pPr indent="-356616" lvl="1" marL="914400" algn="l">
              <a:lnSpc>
                <a:spcPct val="100000"/>
              </a:lnSpc>
              <a:spcBef>
                <a:spcPts val="500"/>
              </a:spcBef>
              <a:spcAft>
                <a:spcPts val="0"/>
              </a:spcAft>
              <a:buSzPts val="2016"/>
              <a:buChar char="•"/>
              <a:defRPr/>
            </a:lvl2pPr>
            <a:lvl3pPr indent="-354330" lvl="2" marL="1371600" algn="l">
              <a:lnSpc>
                <a:spcPct val="100000"/>
              </a:lnSpc>
              <a:spcBef>
                <a:spcPts val="500"/>
              </a:spcBef>
              <a:spcAft>
                <a:spcPts val="0"/>
              </a:spcAft>
              <a:buSzPts val="1980"/>
              <a:buChar char="•"/>
              <a:defRPr/>
            </a:lvl3pPr>
            <a:lvl4pPr indent="-356616" lvl="3" marL="1828800" algn="l">
              <a:lnSpc>
                <a:spcPct val="100000"/>
              </a:lnSpc>
              <a:spcBef>
                <a:spcPts val="500"/>
              </a:spcBef>
              <a:spcAft>
                <a:spcPts val="0"/>
              </a:spcAft>
              <a:buSzPts val="2016"/>
              <a:buChar char="•"/>
              <a:defRPr/>
            </a:lvl4pPr>
            <a:lvl5pPr indent="-356616" lvl="4" marL="2286000" algn="l">
              <a:lnSpc>
                <a:spcPct val="10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70"/>
          <p:cNvSpPr txBox="1"/>
          <p:nvPr>
            <p:ph idx="8" type="body"/>
          </p:nvPr>
        </p:nvSpPr>
        <p:spPr>
          <a:xfrm>
            <a:off x="759144" y="6156325"/>
            <a:ext cx="1734820" cy="322263"/>
          </a:xfrm>
          <a:prstGeom prst="rect">
            <a:avLst/>
          </a:prstGeom>
          <a:blipFill rotWithShape="1">
            <a:blip r:embed="rId4">
              <a:alphaModFix/>
            </a:blip>
            <a:stretch>
              <a:fillRect b="0" l="0" r="0" t="0"/>
            </a:stretch>
          </a:blip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None/>
              <a:defRPr/>
            </a:lvl1pPr>
            <a:lvl2pPr indent="-356616" lvl="1" marL="914400" algn="l">
              <a:lnSpc>
                <a:spcPct val="100000"/>
              </a:lnSpc>
              <a:spcBef>
                <a:spcPts val="500"/>
              </a:spcBef>
              <a:spcAft>
                <a:spcPts val="0"/>
              </a:spcAft>
              <a:buSzPts val="2016"/>
              <a:buChar char="•"/>
              <a:defRPr/>
            </a:lvl2pPr>
            <a:lvl3pPr indent="-354330" lvl="2" marL="1371600" algn="l">
              <a:lnSpc>
                <a:spcPct val="100000"/>
              </a:lnSpc>
              <a:spcBef>
                <a:spcPts val="500"/>
              </a:spcBef>
              <a:spcAft>
                <a:spcPts val="0"/>
              </a:spcAft>
              <a:buSzPts val="1980"/>
              <a:buChar char="•"/>
              <a:defRPr/>
            </a:lvl3pPr>
            <a:lvl4pPr indent="-356616" lvl="3" marL="1828800" algn="l">
              <a:lnSpc>
                <a:spcPct val="100000"/>
              </a:lnSpc>
              <a:spcBef>
                <a:spcPts val="500"/>
              </a:spcBef>
              <a:spcAft>
                <a:spcPts val="0"/>
              </a:spcAft>
              <a:buSzPts val="2016"/>
              <a:buChar char="•"/>
              <a:defRPr/>
            </a:lvl4pPr>
            <a:lvl5pPr indent="-356616" lvl="4" marL="2286000" algn="l">
              <a:lnSpc>
                <a:spcPct val="10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Option 4A" showMasterSp="0">
  <p:cSld name="Title Slide - Option 4A">
    <p:bg>
      <p:bgPr>
        <a:blipFill>
          <a:blip r:embed="rId2">
            <a:alphaModFix/>
          </a:blip>
          <a:stretch>
            <a:fillRect/>
          </a:stretch>
        </a:blipFill>
      </p:bgPr>
    </p:bg>
    <p:spTree>
      <p:nvGrpSpPr>
        <p:cNvPr id="55" name="Shape 55"/>
        <p:cNvGrpSpPr/>
        <p:nvPr/>
      </p:nvGrpSpPr>
      <p:grpSpPr>
        <a:xfrm>
          <a:off x="0" y="0"/>
          <a:ext cx="0" cy="0"/>
          <a:chOff x="0" y="0"/>
          <a:chExt cx="0" cy="0"/>
        </a:xfrm>
      </p:grpSpPr>
      <p:sp>
        <p:nvSpPr>
          <p:cNvPr id="56" name="Google Shape;56;p71"/>
          <p:cNvSpPr txBox="1"/>
          <p:nvPr>
            <p:ph idx="1" type="body"/>
          </p:nvPr>
        </p:nvSpPr>
        <p:spPr>
          <a:xfrm>
            <a:off x="800100" y="638271"/>
            <a:ext cx="6449112" cy="2246574"/>
          </a:xfrm>
          <a:prstGeom prst="rect">
            <a:avLst/>
          </a:prstGeom>
          <a:noFill/>
          <a:ln>
            <a:noFill/>
          </a:ln>
        </p:spPr>
        <p:txBody>
          <a:bodyPr anchorCtr="0" anchor="b" bIns="45700" lIns="0" spcFirstLastPara="1" rIns="91425" wrap="square" tIns="45700">
            <a:normAutofit/>
          </a:bodyPr>
          <a:lstStyle>
            <a:lvl1pPr indent="-228600" lvl="0" marL="457200" algn="l">
              <a:lnSpc>
                <a:spcPct val="100000"/>
              </a:lnSpc>
              <a:spcBef>
                <a:spcPts val="500"/>
              </a:spcBef>
              <a:spcAft>
                <a:spcPts val="0"/>
              </a:spcAft>
              <a:buClr>
                <a:srgbClr val="8C1515"/>
              </a:buClr>
              <a:buSzPts val="4800"/>
              <a:buFont typeface="Lato"/>
              <a:buNone/>
              <a:defRPr b="1" sz="4800">
                <a:solidFill>
                  <a:srgbClr val="8C1515"/>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7" name="Google Shape;57;p71"/>
          <p:cNvCxnSpPr/>
          <p:nvPr/>
        </p:nvCxnSpPr>
        <p:spPr>
          <a:xfrm>
            <a:off x="0" y="5868971"/>
            <a:ext cx="12192000" cy="0"/>
          </a:xfrm>
          <a:prstGeom prst="straightConnector1">
            <a:avLst/>
          </a:prstGeom>
          <a:noFill/>
          <a:ln cap="flat" cmpd="sng" w="9525">
            <a:solidFill>
              <a:srgbClr val="3F3F3F"/>
            </a:solidFill>
            <a:prstDash val="solid"/>
            <a:miter lim="800000"/>
            <a:headEnd len="sm" w="sm" type="none"/>
            <a:tailEnd len="sm" w="sm" type="none"/>
          </a:ln>
        </p:spPr>
      </p:cxnSp>
      <p:sp>
        <p:nvSpPr>
          <p:cNvPr id="58" name="Google Shape;58;p71"/>
          <p:cNvSpPr txBox="1"/>
          <p:nvPr>
            <p:ph idx="2" type="body"/>
          </p:nvPr>
        </p:nvSpPr>
        <p:spPr>
          <a:xfrm>
            <a:off x="800100" y="2903265"/>
            <a:ext cx="6553200" cy="505405"/>
          </a:xfrm>
          <a:prstGeom prst="rect">
            <a:avLst/>
          </a:prstGeom>
          <a:noFill/>
          <a:ln>
            <a:noFill/>
          </a:ln>
        </p:spPr>
        <p:txBody>
          <a:bodyPr anchorCtr="0" anchor="b" bIns="45700" lIns="0" spcFirstLastPara="1" rIns="91425" wrap="square" tIns="45700">
            <a:noAutofit/>
          </a:bodyPr>
          <a:lstStyle>
            <a:lvl1pPr indent="-228600" lvl="0" marL="457200" algn="l">
              <a:lnSpc>
                <a:spcPct val="100000"/>
              </a:lnSpc>
              <a:spcBef>
                <a:spcPts val="500"/>
              </a:spcBef>
              <a:spcAft>
                <a:spcPts val="0"/>
              </a:spcAft>
              <a:buClr>
                <a:srgbClr val="3F3F3F"/>
              </a:buClr>
              <a:buSzPts val="2800"/>
              <a:buFont typeface="Lato"/>
              <a:buNone/>
              <a:defRPr sz="2800">
                <a:solidFill>
                  <a:srgbClr val="3F3F3F"/>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71"/>
          <p:cNvSpPr txBox="1"/>
          <p:nvPr>
            <p:ph idx="3" type="body"/>
          </p:nvPr>
        </p:nvSpPr>
        <p:spPr>
          <a:xfrm>
            <a:off x="800100" y="3836713"/>
            <a:ext cx="6553200" cy="416343"/>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Font typeface="Lato"/>
              <a:buNone/>
              <a:defRPr sz="1800">
                <a:solidFill>
                  <a:srgbClr val="3F3F3F"/>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71"/>
          <p:cNvSpPr txBox="1"/>
          <p:nvPr>
            <p:ph idx="4" type="body"/>
          </p:nvPr>
        </p:nvSpPr>
        <p:spPr>
          <a:xfrm>
            <a:off x="800100" y="4260940"/>
            <a:ext cx="6553200" cy="416337"/>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Font typeface="Lato"/>
              <a:buNone/>
              <a:defRPr b="0" i="0" sz="1800">
                <a:solidFill>
                  <a:srgbClr val="3F3F3F"/>
                </a:solidFill>
                <a:latin typeface="Lato"/>
                <a:ea typeface="Lato"/>
                <a:cs typeface="Lato"/>
                <a:sym typeface="Lato"/>
              </a:defRPr>
            </a:lvl1pPr>
            <a:lvl2pPr indent="-342392" lvl="1" marL="914400" algn="l">
              <a:lnSpc>
                <a:spcPct val="100000"/>
              </a:lnSpc>
              <a:spcBef>
                <a:spcPts val="500"/>
              </a:spcBef>
              <a:spcAft>
                <a:spcPts val="0"/>
              </a:spcAft>
              <a:buSzPts val="1792"/>
              <a:buChar char="•"/>
              <a:defRPr>
                <a:solidFill>
                  <a:srgbClr val="00B0F0"/>
                </a:solidFill>
              </a:defRPr>
            </a:lvl2pPr>
            <a:lvl3pPr indent="-340360" lvl="2" marL="1371600" algn="l">
              <a:lnSpc>
                <a:spcPct val="100000"/>
              </a:lnSpc>
              <a:spcBef>
                <a:spcPts val="500"/>
              </a:spcBef>
              <a:spcAft>
                <a:spcPts val="0"/>
              </a:spcAft>
              <a:buSzPts val="1760"/>
              <a:buChar char="•"/>
              <a:defRPr>
                <a:solidFill>
                  <a:srgbClr val="00B0F0"/>
                </a:solidFill>
              </a:defRPr>
            </a:lvl3pPr>
            <a:lvl4pPr indent="-328168" lvl="3" marL="1828800" algn="l">
              <a:lnSpc>
                <a:spcPct val="100000"/>
              </a:lnSpc>
              <a:spcBef>
                <a:spcPts val="500"/>
              </a:spcBef>
              <a:spcAft>
                <a:spcPts val="0"/>
              </a:spcAft>
              <a:buSzPts val="1568"/>
              <a:buChar char="•"/>
              <a:defRPr>
                <a:solidFill>
                  <a:srgbClr val="00B0F0"/>
                </a:solidFill>
              </a:defRPr>
            </a:lvl4pPr>
            <a:lvl5pPr indent="-328168" lvl="4" marL="2286000" algn="l">
              <a:lnSpc>
                <a:spcPct val="100000"/>
              </a:lnSpc>
              <a:spcBef>
                <a:spcPts val="500"/>
              </a:spcBef>
              <a:spcAft>
                <a:spcPts val="0"/>
              </a:spcAft>
              <a:buSzPts val="1568"/>
              <a:buChar char="•"/>
              <a:defRPr>
                <a:solidFill>
                  <a:srgbClr val="00B0F0"/>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61" name="Google Shape;61;p71"/>
          <p:cNvPicPr preferRelativeResize="0"/>
          <p:nvPr/>
        </p:nvPicPr>
        <p:blipFill rotWithShape="1">
          <a:blip r:embed="rId3">
            <a:alphaModFix/>
          </a:blip>
          <a:srcRect b="0" l="0" r="0" t="0"/>
          <a:stretch/>
        </p:blipFill>
        <p:spPr>
          <a:xfrm>
            <a:off x="759786" y="6147835"/>
            <a:ext cx="1734821" cy="331193"/>
          </a:xfrm>
          <a:prstGeom prst="rect">
            <a:avLst/>
          </a:prstGeom>
          <a:noFill/>
          <a:ln>
            <a:noFill/>
          </a:ln>
        </p:spPr>
      </p:pic>
      <p:pic>
        <p:nvPicPr>
          <p:cNvPr id="62" name="Google Shape;62;p71"/>
          <p:cNvPicPr preferRelativeResize="0"/>
          <p:nvPr/>
        </p:nvPicPr>
        <p:blipFill rotWithShape="1">
          <a:blip r:embed="rId4">
            <a:alphaModFix/>
          </a:blip>
          <a:srcRect b="0" l="0" r="0" t="0"/>
          <a:stretch/>
        </p:blipFill>
        <p:spPr>
          <a:xfrm>
            <a:off x="9346869" y="6156021"/>
            <a:ext cx="2022942" cy="337157"/>
          </a:xfrm>
          <a:prstGeom prst="rect">
            <a:avLst/>
          </a:prstGeom>
          <a:noFill/>
          <a:ln>
            <a:noFill/>
          </a:ln>
        </p:spPr>
      </p:pic>
    </p:spTree>
  </p:cSld>
  <p:clrMapOvr>
    <a:masterClrMapping/>
  </p:clrMapOvr>
  <p:extLst>
    <p:ext uri="{DCECCB84-F9BA-43D5-87BE-67443E8EF086}">
      <p15:sldGuideLst>
        <p15:guide id="1" pos="4632">
          <p15:clr>
            <a:srgbClr val="FBAE40"/>
          </p15:clr>
        </p15:guide>
        <p15:guide id="2" orient="horz" pos="2160">
          <p15:clr>
            <a:srgbClr val="FBAE40"/>
          </p15:clr>
        </p15:guide>
        <p15:guide id="3" orient="horz" pos="3696">
          <p15:clr>
            <a:srgbClr val="FBAE40"/>
          </p15:clr>
        </p15:guide>
        <p15:guide id="4" orient="horz" pos="26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Option 4B" showMasterSp="0">
  <p:cSld name="Title Slide - Option 4B">
    <p:bg>
      <p:bgPr>
        <a:blipFill>
          <a:blip r:embed="rId2">
            <a:alphaModFix/>
          </a:blip>
          <a:stretch>
            <a:fillRect/>
          </a:stretch>
        </a:blipFill>
      </p:bgPr>
    </p:bg>
    <p:spTree>
      <p:nvGrpSpPr>
        <p:cNvPr id="63" name="Shape 63"/>
        <p:cNvGrpSpPr/>
        <p:nvPr/>
      </p:nvGrpSpPr>
      <p:grpSpPr>
        <a:xfrm>
          <a:off x="0" y="0"/>
          <a:ext cx="0" cy="0"/>
          <a:chOff x="0" y="0"/>
          <a:chExt cx="0" cy="0"/>
        </a:xfrm>
      </p:grpSpPr>
      <p:pic>
        <p:nvPicPr>
          <p:cNvPr id="64" name="Google Shape;64;p72"/>
          <p:cNvPicPr preferRelativeResize="0"/>
          <p:nvPr/>
        </p:nvPicPr>
        <p:blipFill rotWithShape="1">
          <a:blip r:embed="rId3">
            <a:alphaModFix/>
          </a:blip>
          <a:srcRect b="0" l="0" r="0" t="0"/>
          <a:stretch/>
        </p:blipFill>
        <p:spPr>
          <a:xfrm>
            <a:off x="759786" y="6147835"/>
            <a:ext cx="1734821" cy="331193"/>
          </a:xfrm>
          <a:prstGeom prst="rect">
            <a:avLst/>
          </a:prstGeom>
          <a:noFill/>
          <a:ln>
            <a:noFill/>
          </a:ln>
        </p:spPr>
      </p:pic>
      <p:sp>
        <p:nvSpPr>
          <p:cNvPr id="65" name="Google Shape;65;p72"/>
          <p:cNvSpPr txBox="1"/>
          <p:nvPr>
            <p:ph idx="1" type="body"/>
          </p:nvPr>
        </p:nvSpPr>
        <p:spPr>
          <a:xfrm>
            <a:off x="800100" y="638271"/>
            <a:ext cx="6449112" cy="2246574"/>
          </a:xfrm>
          <a:prstGeom prst="rect">
            <a:avLst/>
          </a:prstGeom>
          <a:noFill/>
          <a:ln>
            <a:noFill/>
          </a:ln>
        </p:spPr>
        <p:txBody>
          <a:bodyPr anchorCtr="0" anchor="b" bIns="45700" lIns="0" spcFirstLastPara="1" rIns="91425" wrap="square" tIns="45700">
            <a:normAutofit/>
          </a:bodyPr>
          <a:lstStyle>
            <a:lvl1pPr indent="-228600" lvl="0" marL="457200" algn="l">
              <a:lnSpc>
                <a:spcPct val="100000"/>
              </a:lnSpc>
              <a:spcBef>
                <a:spcPts val="500"/>
              </a:spcBef>
              <a:spcAft>
                <a:spcPts val="0"/>
              </a:spcAft>
              <a:buClr>
                <a:srgbClr val="8C1515"/>
              </a:buClr>
              <a:buSzPts val="4800"/>
              <a:buFont typeface="Lato"/>
              <a:buNone/>
              <a:defRPr b="1" sz="4800">
                <a:solidFill>
                  <a:srgbClr val="8C1515"/>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66" name="Google Shape;66;p72"/>
          <p:cNvCxnSpPr/>
          <p:nvPr/>
        </p:nvCxnSpPr>
        <p:spPr>
          <a:xfrm>
            <a:off x="0" y="5868971"/>
            <a:ext cx="12192000" cy="0"/>
          </a:xfrm>
          <a:prstGeom prst="straightConnector1">
            <a:avLst/>
          </a:prstGeom>
          <a:noFill/>
          <a:ln cap="flat" cmpd="sng" w="9525">
            <a:solidFill>
              <a:srgbClr val="3F3F3F"/>
            </a:solidFill>
            <a:prstDash val="solid"/>
            <a:miter lim="800000"/>
            <a:headEnd len="sm" w="sm" type="none"/>
            <a:tailEnd len="sm" w="sm" type="none"/>
          </a:ln>
        </p:spPr>
      </p:cxnSp>
      <p:sp>
        <p:nvSpPr>
          <p:cNvPr id="67" name="Google Shape;67;p72"/>
          <p:cNvSpPr txBox="1"/>
          <p:nvPr>
            <p:ph idx="2" type="body"/>
          </p:nvPr>
        </p:nvSpPr>
        <p:spPr>
          <a:xfrm>
            <a:off x="800100" y="2903265"/>
            <a:ext cx="6553200" cy="505405"/>
          </a:xfrm>
          <a:prstGeom prst="rect">
            <a:avLst/>
          </a:prstGeom>
          <a:noFill/>
          <a:ln>
            <a:noFill/>
          </a:ln>
        </p:spPr>
        <p:txBody>
          <a:bodyPr anchorCtr="0" anchor="b" bIns="45700" lIns="0" spcFirstLastPara="1" rIns="91425" wrap="square" tIns="45700">
            <a:noAutofit/>
          </a:bodyPr>
          <a:lstStyle>
            <a:lvl1pPr indent="-228600" lvl="0" marL="457200" algn="l">
              <a:lnSpc>
                <a:spcPct val="100000"/>
              </a:lnSpc>
              <a:spcBef>
                <a:spcPts val="500"/>
              </a:spcBef>
              <a:spcAft>
                <a:spcPts val="0"/>
              </a:spcAft>
              <a:buClr>
                <a:srgbClr val="3F3F3F"/>
              </a:buClr>
              <a:buSzPts val="2800"/>
              <a:buFont typeface="Lato"/>
              <a:buNone/>
              <a:defRPr sz="2800">
                <a:solidFill>
                  <a:srgbClr val="3F3F3F"/>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72"/>
          <p:cNvSpPr txBox="1"/>
          <p:nvPr>
            <p:ph idx="3" type="body"/>
          </p:nvPr>
        </p:nvSpPr>
        <p:spPr>
          <a:xfrm>
            <a:off x="800100" y="3836713"/>
            <a:ext cx="6553200" cy="416343"/>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Font typeface="Lato"/>
              <a:buNone/>
              <a:defRPr sz="1800">
                <a:solidFill>
                  <a:srgbClr val="3F3F3F"/>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72"/>
          <p:cNvSpPr txBox="1"/>
          <p:nvPr>
            <p:ph idx="4" type="body"/>
          </p:nvPr>
        </p:nvSpPr>
        <p:spPr>
          <a:xfrm>
            <a:off x="800100" y="4260940"/>
            <a:ext cx="6553200" cy="416337"/>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Font typeface="Lato"/>
              <a:buNone/>
              <a:defRPr b="0" i="0" sz="1800">
                <a:solidFill>
                  <a:srgbClr val="3F3F3F"/>
                </a:solidFill>
                <a:latin typeface="Lato"/>
                <a:ea typeface="Lato"/>
                <a:cs typeface="Lato"/>
                <a:sym typeface="Lato"/>
              </a:defRPr>
            </a:lvl1pPr>
            <a:lvl2pPr indent="-342392" lvl="1" marL="914400" algn="l">
              <a:lnSpc>
                <a:spcPct val="100000"/>
              </a:lnSpc>
              <a:spcBef>
                <a:spcPts val="500"/>
              </a:spcBef>
              <a:spcAft>
                <a:spcPts val="0"/>
              </a:spcAft>
              <a:buSzPts val="1792"/>
              <a:buChar char="•"/>
              <a:defRPr>
                <a:solidFill>
                  <a:srgbClr val="00B0F0"/>
                </a:solidFill>
              </a:defRPr>
            </a:lvl2pPr>
            <a:lvl3pPr indent="-340360" lvl="2" marL="1371600" algn="l">
              <a:lnSpc>
                <a:spcPct val="100000"/>
              </a:lnSpc>
              <a:spcBef>
                <a:spcPts val="500"/>
              </a:spcBef>
              <a:spcAft>
                <a:spcPts val="0"/>
              </a:spcAft>
              <a:buSzPts val="1760"/>
              <a:buChar char="•"/>
              <a:defRPr>
                <a:solidFill>
                  <a:srgbClr val="00B0F0"/>
                </a:solidFill>
              </a:defRPr>
            </a:lvl3pPr>
            <a:lvl4pPr indent="-328168" lvl="3" marL="1828800" algn="l">
              <a:lnSpc>
                <a:spcPct val="100000"/>
              </a:lnSpc>
              <a:spcBef>
                <a:spcPts val="500"/>
              </a:spcBef>
              <a:spcAft>
                <a:spcPts val="0"/>
              </a:spcAft>
              <a:buSzPts val="1568"/>
              <a:buChar char="•"/>
              <a:defRPr>
                <a:solidFill>
                  <a:srgbClr val="00B0F0"/>
                </a:solidFill>
              </a:defRPr>
            </a:lvl4pPr>
            <a:lvl5pPr indent="-328168" lvl="4" marL="2286000" algn="l">
              <a:lnSpc>
                <a:spcPct val="100000"/>
              </a:lnSpc>
              <a:spcBef>
                <a:spcPts val="500"/>
              </a:spcBef>
              <a:spcAft>
                <a:spcPts val="0"/>
              </a:spcAft>
              <a:buSzPts val="1568"/>
              <a:buChar char="•"/>
              <a:defRPr>
                <a:solidFill>
                  <a:srgbClr val="00B0F0"/>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70" name="Google Shape;70;p72"/>
          <p:cNvPicPr preferRelativeResize="0"/>
          <p:nvPr/>
        </p:nvPicPr>
        <p:blipFill rotWithShape="1">
          <a:blip r:embed="rId4">
            <a:alphaModFix/>
          </a:blip>
          <a:srcRect b="0" l="0" r="0" t="0"/>
          <a:stretch/>
        </p:blipFill>
        <p:spPr>
          <a:xfrm>
            <a:off x="9346869" y="6156021"/>
            <a:ext cx="2022942" cy="337157"/>
          </a:xfrm>
          <a:prstGeom prst="rect">
            <a:avLst/>
          </a:prstGeom>
          <a:noFill/>
          <a:ln>
            <a:noFill/>
          </a:ln>
        </p:spPr>
      </p:pic>
    </p:spTree>
  </p:cSld>
  <p:clrMapOvr>
    <a:masterClrMapping/>
  </p:clrMapOvr>
  <p:extLst>
    <p:ext uri="{DCECCB84-F9BA-43D5-87BE-67443E8EF086}">
      <p15:sldGuideLst>
        <p15:guide id="1" pos="4632">
          <p15:clr>
            <a:srgbClr val="FBAE40"/>
          </p15:clr>
        </p15:guide>
        <p15:guide id="2" orient="horz" pos="2160">
          <p15:clr>
            <a:srgbClr val="FBAE40"/>
          </p15:clr>
        </p15:guide>
        <p15:guide id="3" orient="horz" pos="3696">
          <p15:clr>
            <a:srgbClr val="FBAE40"/>
          </p15:clr>
        </p15:guide>
        <p15:guide id="4" orient="horz" pos="26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Option 4C" showMasterSp="0">
  <p:cSld name="Title Slide - Option 4C">
    <p:bg>
      <p:bgPr>
        <a:blipFill>
          <a:blip r:embed="rId2">
            <a:alphaModFix/>
          </a:blip>
          <a:stretch>
            <a:fillRect/>
          </a:stretch>
        </a:blipFill>
      </p:bgPr>
    </p:bg>
    <p:spTree>
      <p:nvGrpSpPr>
        <p:cNvPr id="71" name="Shape 71"/>
        <p:cNvGrpSpPr/>
        <p:nvPr/>
      </p:nvGrpSpPr>
      <p:grpSpPr>
        <a:xfrm>
          <a:off x="0" y="0"/>
          <a:ext cx="0" cy="0"/>
          <a:chOff x="0" y="0"/>
          <a:chExt cx="0" cy="0"/>
        </a:xfrm>
      </p:grpSpPr>
      <p:pic>
        <p:nvPicPr>
          <p:cNvPr id="72" name="Google Shape;72;p73"/>
          <p:cNvPicPr preferRelativeResize="0"/>
          <p:nvPr/>
        </p:nvPicPr>
        <p:blipFill rotWithShape="1">
          <a:blip r:embed="rId3">
            <a:alphaModFix/>
          </a:blip>
          <a:srcRect b="0" l="0" r="0" t="0"/>
          <a:stretch/>
        </p:blipFill>
        <p:spPr>
          <a:xfrm>
            <a:off x="759786" y="6147835"/>
            <a:ext cx="1734821" cy="331193"/>
          </a:xfrm>
          <a:prstGeom prst="rect">
            <a:avLst/>
          </a:prstGeom>
          <a:noFill/>
          <a:ln>
            <a:noFill/>
          </a:ln>
        </p:spPr>
      </p:pic>
      <p:sp>
        <p:nvSpPr>
          <p:cNvPr id="73" name="Google Shape;73;p73"/>
          <p:cNvSpPr txBox="1"/>
          <p:nvPr>
            <p:ph idx="1" type="body"/>
          </p:nvPr>
        </p:nvSpPr>
        <p:spPr>
          <a:xfrm>
            <a:off x="800100" y="638271"/>
            <a:ext cx="6449112" cy="2246574"/>
          </a:xfrm>
          <a:prstGeom prst="rect">
            <a:avLst/>
          </a:prstGeom>
          <a:noFill/>
          <a:ln>
            <a:noFill/>
          </a:ln>
        </p:spPr>
        <p:txBody>
          <a:bodyPr anchorCtr="0" anchor="b" bIns="45700" lIns="0" spcFirstLastPara="1" rIns="91425" wrap="square" tIns="45700">
            <a:normAutofit/>
          </a:bodyPr>
          <a:lstStyle>
            <a:lvl1pPr indent="-228600" lvl="0" marL="457200" algn="l">
              <a:lnSpc>
                <a:spcPct val="100000"/>
              </a:lnSpc>
              <a:spcBef>
                <a:spcPts val="500"/>
              </a:spcBef>
              <a:spcAft>
                <a:spcPts val="0"/>
              </a:spcAft>
              <a:buClr>
                <a:srgbClr val="8C1515"/>
              </a:buClr>
              <a:buSzPts val="4800"/>
              <a:buFont typeface="Lato"/>
              <a:buNone/>
              <a:defRPr b="1" sz="4800">
                <a:solidFill>
                  <a:srgbClr val="8C1515"/>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74" name="Google Shape;74;p73"/>
          <p:cNvCxnSpPr/>
          <p:nvPr/>
        </p:nvCxnSpPr>
        <p:spPr>
          <a:xfrm>
            <a:off x="0" y="5868971"/>
            <a:ext cx="12192000" cy="0"/>
          </a:xfrm>
          <a:prstGeom prst="straightConnector1">
            <a:avLst/>
          </a:prstGeom>
          <a:noFill/>
          <a:ln cap="flat" cmpd="sng" w="9525">
            <a:solidFill>
              <a:srgbClr val="3F3F3F"/>
            </a:solidFill>
            <a:prstDash val="solid"/>
            <a:miter lim="800000"/>
            <a:headEnd len="sm" w="sm" type="none"/>
            <a:tailEnd len="sm" w="sm" type="none"/>
          </a:ln>
        </p:spPr>
      </p:cxnSp>
      <p:sp>
        <p:nvSpPr>
          <p:cNvPr id="75" name="Google Shape;75;p73"/>
          <p:cNvSpPr txBox="1"/>
          <p:nvPr>
            <p:ph idx="2" type="body"/>
          </p:nvPr>
        </p:nvSpPr>
        <p:spPr>
          <a:xfrm>
            <a:off x="800100" y="2903265"/>
            <a:ext cx="6553200" cy="505405"/>
          </a:xfrm>
          <a:prstGeom prst="rect">
            <a:avLst/>
          </a:prstGeom>
          <a:noFill/>
          <a:ln>
            <a:noFill/>
          </a:ln>
        </p:spPr>
        <p:txBody>
          <a:bodyPr anchorCtr="0" anchor="b" bIns="45700" lIns="0" spcFirstLastPara="1" rIns="91425" wrap="square" tIns="45700">
            <a:noAutofit/>
          </a:bodyPr>
          <a:lstStyle>
            <a:lvl1pPr indent="-228600" lvl="0" marL="457200" algn="l">
              <a:lnSpc>
                <a:spcPct val="100000"/>
              </a:lnSpc>
              <a:spcBef>
                <a:spcPts val="500"/>
              </a:spcBef>
              <a:spcAft>
                <a:spcPts val="0"/>
              </a:spcAft>
              <a:buClr>
                <a:srgbClr val="3F3F3F"/>
              </a:buClr>
              <a:buSzPts val="2800"/>
              <a:buFont typeface="Lato"/>
              <a:buNone/>
              <a:defRPr sz="2800">
                <a:solidFill>
                  <a:srgbClr val="3F3F3F"/>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73"/>
          <p:cNvSpPr txBox="1"/>
          <p:nvPr>
            <p:ph idx="3" type="body"/>
          </p:nvPr>
        </p:nvSpPr>
        <p:spPr>
          <a:xfrm>
            <a:off x="800100" y="3836713"/>
            <a:ext cx="6553200" cy="416343"/>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Font typeface="Lato"/>
              <a:buNone/>
              <a:defRPr sz="1800">
                <a:solidFill>
                  <a:srgbClr val="3F3F3F"/>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73"/>
          <p:cNvSpPr txBox="1"/>
          <p:nvPr>
            <p:ph idx="4" type="body"/>
          </p:nvPr>
        </p:nvSpPr>
        <p:spPr>
          <a:xfrm>
            <a:off x="800100" y="4260940"/>
            <a:ext cx="6553200" cy="416337"/>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Font typeface="Lato"/>
              <a:buNone/>
              <a:defRPr b="0" i="0" sz="1800">
                <a:solidFill>
                  <a:srgbClr val="3F3F3F"/>
                </a:solidFill>
                <a:latin typeface="Lato"/>
                <a:ea typeface="Lato"/>
                <a:cs typeface="Lato"/>
                <a:sym typeface="Lato"/>
              </a:defRPr>
            </a:lvl1pPr>
            <a:lvl2pPr indent="-342392" lvl="1" marL="914400" algn="l">
              <a:lnSpc>
                <a:spcPct val="100000"/>
              </a:lnSpc>
              <a:spcBef>
                <a:spcPts val="500"/>
              </a:spcBef>
              <a:spcAft>
                <a:spcPts val="0"/>
              </a:spcAft>
              <a:buSzPts val="1792"/>
              <a:buChar char="•"/>
              <a:defRPr>
                <a:solidFill>
                  <a:srgbClr val="00B0F0"/>
                </a:solidFill>
              </a:defRPr>
            </a:lvl2pPr>
            <a:lvl3pPr indent="-340360" lvl="2" marL="1371600" algn="l">
              <a:lnSpc>
                <a:spcPct val="100000"/>
              </a:lnSpc>
              <a:spcBef>
                <a:spcPts val="500"/>
              </a:spcBef>
              <a:spcAft>
                <a:spcPts val="0"/>
              </a:spcAft>
              <a:buSzPts val="1760"/>
              <a:buChar char="•"/>
              <a:defRPr>
                <a:solidFill>
                  <a:srgbClr val="00B0F0"/>
                </a:solidFill>
              </a:defRPr>
            </a:lvl3pPr>
            <a:lvl4pPr indent="-328168" lvl="3" marL="1828800" algn="l">
              <a:lnSpc>
                <a:spcPct val="100000"/>
              </a:lnSpc>
              <a:spcBef>
                <a:spcPts val="500"/>
              </a:spcBef>
              <a:spcAft>
                <a:spcPts val="0"/>
              </a:spcAft>
              <a:buSzPts val="1568"/>
              <a:buChar char="•"/>
              <a:defRPr>
                <a:solidFill>
                  <a:srgbClr val="00B0F0"/>
                </a:solidFill>
              </a:defRPr>
            </a:lvl4pPr>
            <a:lvl5pPr indent="-328168" lvl="4" marL="2286000" algn="l">
              <a:lnSpc>
                <a:spcPct val="100000"/>
              </a:lnSpc>
              <a:spcBef>
                <a:spcPts val="500"/>
              </a:spcBef>
              <a:spcAft>
                <a:spcPts val="0"/>
              </a:spcAft>
              <a:buSzPts val="1568"/>
              <a:buChar char="•"/>
              <a:defRPr>
                <a:solidFill>
                  <a:srgbClr val="00B0F0"/>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78" name="Google Shape;78;p73"/>
          <p:cNvPicPr preferRelativeResize="0"/>
          <p:nvPr/>
        </p:nvPicPr>
        <p:blipFill rotWithShape="1">
          <a:blip r:embed="rId4">
            <a:alphaModFix/>
          </a:blip>
          <a:srcRect b="0" l="0" r="0" t="0"/>
          <a:stretch/>
        </p:blipFill>
        <p:spPr>
          <a:xfrm>
            <a:off x="9346869" y="6156021"/>
            <a:ext cx="2022942" cy="337157"/>
          </a:xfrm>
          <a:prstGeom prst="rect">
            <a:avLst/>
          </a:prstGeom>
          <a:noFill/>
          <a:ln>
            <a:noFill/>
          </a:ln>
        </p:spPr>
      </p:pic>
    </p:spTree>
  </p:cSld>
  <p:clrMapOvr>
    <a:masterClrMapping/>
  </p:clrMapOvr>
  <p:extLst>
    <p:ext uri="{DCECCB84-F9BA-43D5-87BE-67443E8EF086}">
      <p15:sldGuideLst>
        <p15:guide id="1" pos="4632">
          <p15:clr>
            <a:srgbClr val="FBAE40"/>
          </p15:clr>
        </p15:guide>
        <p15:guide id="2" orient="horz" pos="2160">
          <p15:clr>
            <a:srgbClr val="FBAE40"/>
          </p15:clr>
        </p15:guide>
        <p15:guide id="3" orient="horz" pos="3696">
          <p15:clr>
            <a:srgbClr val="FBAE40"/>
          </p15:clr>
        </p15:guide>
        <p15:guide id="4" orient="horz" pos="26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Option 5" showMasterSp="0">
  <p:cSld name="Title Slide - Option 5">
    <p:bg>
      <p:bgPr>
        <a:blipFill>
          <a:blip r:embed="rId2">
            <a:alphaModFix/>
          </a:blip>
          <a:stretch>
            <a:fillRect/>
          </a:stretch>
        </a:blipFill>
      </p:bgPr>
    </p:bg>
    <p:spTree>
      <p:nvGrpSpPr>
        <p:cNvPr id="79" name="Shape 79"/>
        <p:cNvGrpSpPr/>
        <p:nvPr/>
      </p:nvGrpSpPr>
      <p:grpSpPr>
        <a:xfrm>
          <a:off x="0" y="0"/>
          <a:ext cx="0" cy="0"/>
          <a:chOff x="0" y="0"/>
          <a:chExt cx="0" cy="0"/>
        </a:xfrm>
      </p:grpSpPr>
      <p:sp>
        <p:nvSpPr>
          <p:cNvPr id="80" name="Google Shape;80;p74"/>
          <p:cNvSpPr txBox="1"/>
          <p:nvPr>
            <p:ph idx="1" type="body"/>
          </p:nvPr>
        </p:nvSpPr>
        <p:spPr>
          <a:xfrm>
            <a:off x="800099" y="647700"/>
            <a:ext cx="7013041" cy="2199440"/>
          </a:xfrm>
          <a:prstGeom prst="rect">
            <a:avLst/>
          </a:prstGeom>
          <a:noFill/>
          <a:ln>
            <a:noFill/>
          </a:ln>
        </p:spPr>
        <p:txBody>
          <a:bodyPr anchorCtr="0" anchor="b" bIns="45700" lIns="0" spcFirstLastPara="1" rIns="91425" wrap="square" tIns="45700">
            <a:normAutofit/>
          </a:bodyPr>
          <a:lstStyle>
            <a:lvl1pPr indent="-228600" lvl="0" marL="457200" algn="l">
              <a:lnSpc>
                <a:spcPct val="100000"/>
              </a:lnSpc>
              <a:spcBef>
                <a:spcPts val="500"/>
              </a:spcBef>
              <a:spcAft>
                <a:spcPts val="0"/>
              </a:spcAft>
              <a:buClr>
                <a:srgbClr val="3F3F3F"/>
              </a:buClr>
              <a:buSzPts val="4800"/>
              <a:buFont typeface="Lato"/>
              <a:buNone/>
              <a:defRPr b="1" i="0" sz="4800">
                <a:solidFill>
                  <a:srgbClr val="3F3F3F"/>
                </a:solidFill>
                <a:latin typeface="Lato"/>
                <a:ea typeface="Lato"/>
                <a:cs typeface="Lato"/>
                <a:sym typeface="Lato"/>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74"/>
          <p:cNvSpPr txBox="1"/>
          <p:nvPr>
            <p:ph idx="2" type="body"/>
          </p:nvPr>
        </p:nvSpPr>
        <p:spPr>
          <a:xfrm>
            <a:off x="800100" y="2884411"/>
            <a:ext cx="7013040" cy="505405"/>
          </a:xfrm>
          <a:prstGeom prst="rect">
            <a:avLst/>
          </a:prstGeom>
          <a:noFill/>
          <a:ln>
            <a:noFill/>
          </a:ln>
        </p:spPr>
        <p:txBody>
          <a:bodyPr anchorCtr="0" anchor="b" bIns="45700" lIns="0" spcFirstLastPara="1" rIns="91425" wrap="square" tIns="45700">
            <a:noAutofit/>
          </a:bodyPr>
          <a:lstStyle>
            <a:lvl1pPr indent="-228600" lvl="0" marL="457200" algn="l">
              <a:lnSpc>
                <a:spcPct val="100000"/>
              </a:lnSpc>
              <a:spcBef>
                <a:spcPts val="500"/>
              </a:spcBef>
              <a:spcAft>
                <a:spcPts val="0"/>
              </a:spcAft>
              <a:buClr>
                <a:srgbClr val="8C1515"/>
              </a:buClr>
              <a:buSzPts val="2800"/>
              <a:buFont typeface="Lato"/>
              <a:buNone/>
              <a:defRPr sz="2800">
                <a:solidFill>
                  <a:srgbClr val="8C1515"/>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74"/>
          <p:cNvSpPr txBox="1"/>
          <p:nvPr>
            <p:ph idx="3" type="body"/>
          </p:nvPr>
        </p:nvSpPr>
        <p:spPr>
          <a:xfrm>
            <a:off x="800099" y="3845860"/>
            <a:ext cx="7013041" cy="395476"/>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Font typeface="Lato"/>
              <a:buNone/>
              <a:defRPr sz="1800">
                <a:solidFill>
                  <a:srgbClr val="3F3F3F"/>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74"/>
          <p:cNvSpPr txBox="1"/>
          <p:nvPr>
            <p:ph idx="4" type="body"/>
          </p:nvPr>
        </p:nvSpPr>
        <p:spPr>
          <a:xfrm>
            <a:off x="800098" y="4241336"/>
            <a:ext cx="7013041" cy="395476"/>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8C1515"/>
              </a:buClr>
              <a:buSzPts val="1800"/>
              <a:buFont typeface="Lato"/>
              <a:buNone/>
              <a:defRPr b="0" i="0" sz="1800">
                <a:solidFill>
                  <a:srgbClr val="8C1515"/>
                </a:solidFill>
                <a:latin typeface="Lato"/>
                <a:ea typeface="Lato"/>
                <a:cs typeface="Lato"/>
                <a:sym typeface="Lato"/>
              </a:defRPr>
            </a:lvl1pPr>
            <a:lvl2pPr indent="-342392" lvl="1" marL="914400" algn="l">
              <a:lnSpc>
                <a:spcPct val="100000"/>
              </a:lnSpc>
              <a:spcBef>
                <a:spcPts val="500"/>
              </a:spcBef>
              <a:spcAft>
                <a:spcPts val="0"/>
              </a:spcAft>
              <a:buSzPts val="1792"/>
              <a:buChar char="•"/>
              <a:defRPr>
                <a:solidFill>
                  <a:srgbClr val="00B0F0"/>
                </a:solidFill>
              </a:defRPr>
            </a:lvl2pPr>
            <a:lvl3pPr indent="-340360" lvl="2" marL="1371600" algn="l">
              <a:lnSpc>
                <a:spcPct val="100000"/>
              </a:lnSpc>
              <a:spcBef>
                <a:spcPts val="500"/>
              </a:spcBef>
              <a:spcAft>
                <a:spcPts val="0"/>
              </a:spcAft>
              <a:buSzPts val="1760"/>
              <a:buChar char="•"/>
              <a:defRPr>
                <a:solidFill>
                  <a:srgbClr val="00B0F0"/>
                </a:solidFill>
              </a:defRPr>
            </a:lvl3pPr>
            <a:lvl4pPr indent="-328168" lvl="3" marL="1828800" algn="l">
              <a:lnSpc>
                <a:spcPct val="100000"/>
              </a:lnSpc>
              <a:spcBef>
                <a:spcPts val="500"/>
              </a:spcBef>
              <a:spcAft>
                <a:spcPts val="0"/>
              </a:spcAft>
              <a:buSzPts val="1568"/>
              <a:buChar char="•"/>
              <a:defRPr>
                <a:solidFill>
                  <a:srgbClr val="00B0F0"/>
                </a:solidFill>
              </a:defRPr>
            </a:lvl4pPr>
            <a:lvl5pPr indent="-328168" lvl="4" marL="2286000" algn="l">
              <a:lnSpc>
                <a:spcPct val="100000"/>
              </a:lnSpc>
              <a:spcBef>
                <a:spcPts val="500"/>
              </a:spcBef>
              <a:spcAft>
                <a:spcPts val="0"/>
              </a:spcAft>
              <a:buSzPts val="1568"/>
              <a:buChar char="•"/>
              <a:defRPr>
                <a:solidFill>
                  <a:srgbClr val="00B0F0"/>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84" name="Google Shape;84;p74"/>
          <p:cNvPicPr preferRelativeResize="0"/>
          <p:nvPr/>
        </p:nvPicPr>
        <p:blipFill rotWithShape="1">
          <a:blip r:embed="rId3">
            <a:alphaModFix/>
          </a:blip>
          <a:srcRect b="0" l="0" r="0" t="0"/>
          <a:stretch/>
        </p:blipFill>
        <p:spPr>
          <a:xfrm>
            <a:off x="759786" y="6147835"/>
            <a:ext cx="1734821" cy="331193"/>
          </a:xfrm>
          <a:prstGeom prst="rect">
            <a:avLst/>
          </a:prstGeom>
          <a:noFill/>
          <a:ln>
            <a:noFill/>
          </a:ln>
        </p:spPr>
      </p:pic>
      <p:pic>
        <p:nvPicPr>
          <p:cNvPr id="85" name="Google Shape;85;p74"/>
          <p:cNvPicPr preferRelativeResize="0"/>
          <p:nvPr/>
        </p:nvPicPr>
        <p:blipFill rotWithShape="1">
          <a:blip r:embed="rId4">
            <a:alphaModFix/>
          </a:blip>
          <a:srcRect b="0" l="0" r="0" t="0"/>
          <a:stretch/>
        </p:blipFill>
        <p:spPr>
          <a:xfrm>
            <a:off x="3295982" y="6156021"/>
            <a:ext cx="2022942" cy="33715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Option 6" showMasterSp="0">
  <p:cSld name="Title Slide - Option 6">
    <p:bg>
      <p:bgPr>
        <a:solidFill>
          <a:srgbClr val="D4D1D1"/>
        </a:solidFill>
      </p:bgPr>
    </p:bg>
    <p:spTree>
      <p:nvGrpSpPr>
        <p:cNvPr id="86" name="Shape 86"/>
        <p:cNvGrpSpPr/>
        <p:nvPr/>
      </p:nvGrpSpPr>
      <p:grpSpPr>
        <a:xfrm>
          <a:off x="0" y="0"/>
          <a:ext cx="0" cy="0"/>
          <a:chOff x="0" y="0"/>
          <a:chExt cx="0" cy="0"/>
        </a:xfrm>
      </p:grpSpPr>
      <p:sp>
        <p:nvSpPr>
          <p:cNvPr id="87" name="Google Shape;87;p75"/>
          <p:cNvSpPr txBox="1"/>
          <p:nvPr>
            <p:ph idx="1" type="body"/>
          </p:nvPr>
        </p:nvSpPr>
        <p:spPr>
          <a:xfrm>
            <a:off x="800099" y="487442"/>
            <a:ext cx="6210301" cy="2246574"/>
          </a:xfrm>
          <a:prstGeom prst="rect">
            <a:avLst/>
          </a:prstGeom>
          <a:noFill/>
          <a:ln>
            <a:noFill/>
          </a:ln>
        </p:spPr>
        <p:txBody>
          <a:bodyPr anchorCtr="0" anchor="b" bIns="45700" lIns="0" spcFirstLastPara="1" rIns="91425" wrap="square" tIns="45700">
            <a:normAutofit/>
          </a:bodyPr>
          <a:lstStyle>
            <a:lvl1pPr indent="-228600" lvl="0" marL="457200" algn="l">
              <a:lnSpc>
                <a:spcPct val="100000"/>
              </a:lnSpc>
              <a:spcBef>
                <a:spcPts val="500"/>
              </a:spcBef>
              <a:spcAft>
                <a:spcPts val="0"/>
              </a:spcAft>
              <a:buClr>
                <a:srgbClr val="3F3F3F"/>
              </a:buClr>
              <a:buSzPts val="4800"/>
              <a:buFont typeface="Lato"/>
              <a:buNone/>
              <a:defRPr sz="4800">
                <a:solidFill>
                  <a:srgbClr val="3F3F3F"/>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75"/>
          <p:cNvSpPr txBox="1"/>
          <p:nvPr>
            <p:ph idx="2" type="body"/>
          </p:nvPr>
        </p:nvSpPr>
        <p:spPr>
          <a:xfrm>
            <a:off x="800100" y="2903265"/>
            <a:ext cx="5947562" cy="505405"/>
          </a:xfrm>
          <a:prstGeom prst="rect">
            <a:avLst/>
          </a:prstGeom>
          <a:noFill/>
          <a:ln>
            <a:noFill/>
          </a:ln>
        </p:spPr>
        <p:txBody>
          <a:bodyPr anchorCtr="0" anchor="b" bIns="45700" lIns="0" spcFirstLastPara="1" rIns="91425" wrap="square" tIns="45700">
            <a:noAutofit/>
          </a:bodyPr>
          <a:lstStyle>
            <a:lvl1pPr indent="-228600" lvl="0" marL="457200" algn="l">
              <a:lnSpc>
                <a:spcPct val="100000"/>
              </a:lnSpc>
              <a:spcBef>
                <a:spcPts val="500"/>
              </a:spcBef>
              <a:spcAft>
                <a:spcPts val="0"/>
              </a:spcAft>
              <a:buClr>
                <a:srgbClr val="8C1515"/>
              </a:buClr>
              <a:buSzPts val="2800"/>
              <a:buFont typeface="Lato"/>
              <a:buNone/>
              <a:defRPr sz="2800">
                <a:solidFill>
                  <a:srgbClr val="8C1515"/>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75"/>
          <p:cNvSpPr txBox="1"/>
          <p:nvPr>
            <p:ph idx="3" type="body"/>
          </p:nvPr>
        </p:nvSpPr>
        <p:spPr>
          <a:xfrm>
            <a:off x="800100" y="4413375"/>
            <a:ext cx="5947564" cy="374254"/>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Font typeface="Lato"/>
              <a:buNone/>
              <a:defRPr sz="1800">
                <a:solidFill>
                  <a:srgbClr val="3F3F3F"/>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75"/>
          <p:cNvSpPr txBox="1"/>
          <p:nvPr>
            <p:ph idx="4" type="body"/>
          </p:nvPr>
        </p:nvSpPr>
        <p:spPr>
          <a:xfrm>
            <a:off x="800097" y="4806484"/>
            <a:ext cx="5947565" cy="374251"/>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200"/>
              <a:buFont typeface="Lato Black"/>
              <a:buNone/>
              <a:defRPr b="1" i="0" sz="1200">
                <a:solidFill>
                  <a:srgbClr val="3F3F3F"/>
                </a:solidFill>
                <a:latin typeface="Lato Black"/>
                <a:ea typeface="Lato Black"/>
                <a:cs typeface="Lato Black"/>
                <a:sym typeface="Lato Black"/>
              </a:defRPr>
            </a:lvl1pPr>
            <a:lvl2pPr indent="-342392" lvl="1" marL="914400" algn="l">
              <a:lnSpc>
                <a:spcPct val="100000"/>
              </a:lnSpc>
              <a:spcBef>
                <a:spcPts val="500"/>
              </a:spcBef>
              <a:spcAft>
                <a:spcPts val="0"/>
              </a:spcAft>
              <a:buSzPts val="1792"/>
              <a:buChar char="•"/>
              <a:defRPr>
                <a:solidFill>
                  <a:srgbClr val="00B0F0"/>
                </a:solidFill>
              </a:defRPr>
            </a:lvl2pPr>
            <a:lvl3pPr indent="-340360" lvl="2" marL="1371600" algn="l">
              <a:lnSpc>
                <a:spcPct val="100000"/>
              </a:lnSpc>
              <a:spcBef>
                <a:spcPts val="500"/>
              </a:spcBef>
              <a:spcAft>
                <a:spcPts val="0"/>
              </a:spcAft>
              <a:buSzPts val="1760"/>
              <a:buChar char="•"/>
              <a:defRPr>
                <a:solidFill>
                  <a:srgbClr val="00B0F0"/>
                </a:solidFill>
              </a:defRPr>
            </a:lvl3pPr>
            <a:lvl4pPr indent="-328168" lvl="3" marL="1828800" algn="l">
              <a:lnSpc>
                <a:spcPct val="100000"/>
              </a:lnSpc>
              <a:spcBef>
                <a:spcPts val="500"/>
              </a:spcBef>
              <a:spcAft>
                <a:spcPts val="0"/>
              </a:spcAft>
              <a:buSzPts val="1568"/>
              <a:buChar char="•"/>
              <a:defRPr>
                <a:solidFill>
                  <a:srgbClr val="00B0F0"/>
                </a:solidFill>
              </a:defRPr>
            </a:lvl4pPr>
            <a:lvl5pPr indent="-328168" lvl="4" marL="2286000" algn="l">
              <a:lnSpc>
                <a:spcPct val="100000"/>
              </a:lnSpc>
              <a:spcBef>
                <a:spcPts val="500"/>
              </a:spcBef>
              <a:spcAft>
                <a:spcPts val="0"/>
              </a:spcAft>
              <a:buSzPts val="1568"/>
              <a:buChar char="•"/>
              <a:defRPr>
                <a:solidFill>
                  <a:srgbClr val="00B0F0"/>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91" name="Google Shape;91;p75"/>
          <p:cNvCxnSpPr/>
          <p:nvPr/>
        </p:nvCxnSpPr>
        <p:spPr>
          <a:xfrm>
            <a:off x="0" y="4191000"/>
            <a:ext cx="7340828" cy="0"/>
          </a:xfrm>
          <a:prstGeom prst="straightConnector1">
            <a:avLst/>
          </a:prstGeom>
          <a:noFill/>
          <a:ln cap="flat" cmpd="sng" w="9525">
            <a:solidFill>
              <a:srgbClr val="3F3F3F"/>
            </a:solidFill>
            <a:prstDash val="solid"/>
            <a:miter lim="800000"/>
            <a:headEnd len="sm" w="sm" type="none"/>
            <a:tailEnd len="sm" w="sm" type="none"/>
          </a:ln>
        </p:spPr>
      </p:cxnSp>
      <p:cxnSp>
        <p:nvCxnSpPr>
          <p:cNvPr id="92" name="Google Shape;92;p75"/>
          <p:cNvCxnSpPr/>
          <p:nvPr/>
        </p:nvCxnSpPr>
        <p:spPr>
          <a:xfrm>
            <a:off x="0" y="5868971"/>
            <a:ext cx="12192000" cy="0"/>
          </a:xfrm>
          <a:prstGeom prst="straightConnector1">
            <a:avLst/>
          </a:prstGeom>
          <a:noFill/>
          <a:ln cap="flat" cmpd="sng" w="9525">
            <a:solidFill>
              <a:srgbClr val="3F3F3F"/>
            </a:solidFill>
            <a:prstDash val="solid"/>
            <a:miter lim="800000"/>
            <a:headEnd len="sm" w="sm" type="none"/>
            <a:tailEnd len="sm" w="sm" type="none"/>
          </a:ln>
        </p:spPr>
      </p:cxnSp>
      <p:pic>
        <p:nvPicPr>
          <p:cNvPr id="93" name="Google Shape;93;p75"/>
          <p:cNvPicPr preferRelativeResize="0"/>
          <p:nvPr/>
        </p:nvPicPr>
        <p:blipFill rotWithShape="1">
          <a:blip r:embed="rId2">
            <a:alphaModFix/>
          </a:blip>
          <a:srcRect b="0" l="0" r="0" t="0"/>
          <a:stretch/>
        </p:blipFill>
        <p:spPr>
          <a:xfrm>
            <a:off x="759786" y="6147835"/>
            <a:ext cx="1734821" cy="331193"/>
          </a:xfrm>
          <a:prstGeom prst="rect">
            <a:avLst/>
          </a:prstGeom>
          <a:noFill/>
          <a:ln>
            <a:noFill/>
          </a:ln>
        </p:spPr>
      </p:pic>
      <p:pic>
        <p:nvPicPr>
          <p:cNvPr id="94" name="Google Shape;94;p75"/>
          <p:cNvPicPr preferRelativeResize="0"/>
          <p:nvPr/>
        </p:nvPicPr>
        <p:blipFill rotWithShape="1">
          <a:blip r:embed="rId3">
            <a:alphaModFix/>
          </a:blip>
          <a:srcRect b="0" l="0" r="0" t="0"/>
          <a:stretch/>
        </p:blipFill>
        <p:spPr>
          <a:xfrm>
            <a:off x="9346869" y="6156021"/>
            <a:ext cx="2022942" cy="337157"/>
          </a:xfrm>
          <a:prstGeom prst="rect">
            <a:avLst/>
          </a:prstGeom>
          <a:noFill/>
          <a:ln>
            <a:noFill/>
          </a:ln>
        </p:spPr>
      </p:pic>
      <p:sp>
        <p:nvSpPr>
          <p:cNvPr id="95" name="Google Shape;95;p75"/>
          <p:cNvSpPr/>
          <p:nvPr>
            <p:ph idx="5" type="pic"/>
          </p:nvPr>
        </p:nvSpPr>
        <p:spPr>
          <a:xfrm>
            <a:off x="7340826" y="0"/>
            <a:ext cx="4851173" cy="5868988"/>
          </a:xfrm>
          <a:prstGeom prst="rect">
            <a:avLst/>
          </a:prstGeom>
          <a:solidFill>
            <a:schemeClr val="lt1"/>
          </a:solidFill>
          <a:ln>
            <a:noFill/>
          </a:ln>
        </p:spPr>
      </p:sp>
    </p:spTree>
  </p:cSld>
  <p:clrMapOvr>
    <a:masterClrMapping/>
  </p:clrMapOvr>
  <p:extLst>
    <p:ext uri="{DCECCB84-F9BA-43D5-87BE-67443E8EF086}">
      <p15:sldGuideLst>
        <p15:guide id="1" pos="4632">
          <p15:clr>
            <a:srgbClr val="FBAE40"/>
          </p15:clr>
        </p15:guide>
        <p15:guide id="2" orient="horz" pos="2160">
          <p15:clr>
            <a:srgbClr val="FBAE40"/>
          </p15:clr>
        </p15:guide>
        <p15:guide id="3" orient="horz" pos="3696">
          <p15:clr>
            <a:srgbClr val="FBAE40"/>
          </p15:clr>
        </p15:guide>
        <p15:guide id="4" orient="horz" pos="26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Option 4A - Printable" showMasterSp="0">
  <p:cSld name="Title Slide - Option 4A - Printable">
    <p:bg>
      <p:bgPr>
        <a:blipFill>
          <a:blip r:embed="rId2">
            <a:alphaModFix/>
          </a:blip>
          <a:stretch>
            <a:fillRect/>
          </a:stretch>
        </a:blipFill>
      </p:bgPr>
    </p:bg>
    <p:spTree>
      <p:nvGrpSpPr>
        <p:cNvPr id="96" name="Shape 96"/>
        <p:cNvGrpSpPr/>
        <p:nvPr/>
      </p:nvGrpSpPr>
      <p:grpSpPr>
        <a:xfrm>
          <a:off x="0" y="0"/>
          <a:ext cx="0" cy="0"/>
          <a:chOff x="0" y="0"/>
          <a:chExt cx="0" cy="0"/>
        </a:xfrm>
      </p:grpSpPr>
      <p:sp>
        <p:nvSpPr>
          <p:cNvPr id="97" name="Google Shape;97;p76"/>
          <p:cNvSpPr txBox="1"/>
          <p:nvPr>
            <p:ph idx="1" type="body"/>
          </p:nvPr>
        </p:nvSpPr>
        <p:spPr>
          <a:xfrm>
            <a:off x="800100" y="638271"/>
            <a:ext cx="6449112" cy="2246574"/>
          </a:xfrm>
          <a:prstGeom prst="rect">
            <a:avLst/>
          </a:prstGeom>
          <a:noFill/>
          <a:ln>
            <a:noFill/>
          </a:ln>
        </p:spPr>
        <p:txBody>
          <a:bodyPr anchorCtr="0" anchor="b" bIns="45700" lIns="0" spcFirstLastPara="1" rIns="91425" wrap="square" tIns="45700">
            <a:normAutofit/>
          </a:bodyPr>
          <a:lstStyle>
            <a:lvl1pPr indent="-228600" lvl="0" marL="457200" algn="l">
              <a:lnSpc>
                <a:spcPct val="100000"/>
              </a:lnSpc>
              <a:spcBef>
                <a:spcPts val="500"/>
              </a:spcBef>
              <a:spcAft>
                <a:spcPts val="0"/>
              </a:spcAft>
              <a:buClr>
                <a:srgbClr val="8C1515"/>
              </a:buClr>
              <a:buSzPts val="4800"/>
              <a:buFont typeface="Lato"/>
              <a:buNone/>
              <a:defRPr b="1" sz="4800">
                <a:solidFill>
                  <a:srgbClr val="8C1515"/>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98" name="Google Shape;98;p76"/>
          <p:cNvCxnSpPr/>
          <p:nvPr/>
        </p:nvCxnSpPr>
        <p:spPr>
          <a:xfrm>
            <a:off x="0" y="5868971"/>
            <a:ext cx="12192000" cy="0"/>
          </a:xfrm>
          <a:prstGeom prst="straightConnector1">
            <a:avLst/>
          </a:prstGeom>
          <a:noFill/>
          <a:ln cap="flat" cmpd="sng" w="9525">
            <a:solidFill>
              <a:srgbClr val="3F3F3F"/>
            </a:solidFill>
            <a:prstDash val="solid"/>
            <a:miter lim="800000"/>
            <a:headEnd len="sm" w="sm" type="none"/>
            <a:tailEnd len="sm" w="sm" type="none"/>
          </a:ln>
        </p:spPr>
      </p:cxnSp>
      <p:sp>
        <p:nvSpPr>
          <p:cNvPr id="99" name="Google Shape;99;p76"/>
          <p:cNvSpPr txBox="1"/>
          <p:nvPr>
            <p:ph idx="2" type="body"/>
          </p:nvPr>
        </p:nvSpPr>
        <p:spPr>
          <a:xfrm>
            <a:off x="800100" y="2903265"/>
            <a:ext cx="6553200" cy="505405"/>
          </a:xfrm>
          <a:prstGeom prst="rect">
            <a:avLst/>
          </a:prstGeom>
          <a:noFill/>
          <a:ln>
            <a:noFill/>
          </a:ln>
        </p:spPr>
        <p:txBody>
          <a:bodyPr anchorCtr="0" anchor="b" bIns="45700" lIns="0" spcFirstLastPara="1" rIns="91425" wrap="square" tIns="45700">
            <a:noAutofit/>
          </a:bodyPr>
          <a:lstStyle>
            <a:lvl1pPr indent="-228600" lvl="0" marL="457200" algn="l">
              <a:lnSpc>
                <a:spcPct val="100000"/>
              </a:lnSpc>
              <a:spcBef>
                <a:spcPts val="500"/>
              </a:spcBef>
              <a:spcAft>
                <a:spcPts val="0"/>
              </a:spcAft>
              <a:buClr>
                <a:srgbClr val="3F3F3F"/>
              </a:buClr>
              <a:buSzPts val="2800"/>
              <a:buFont typeface="Lato"/>
              <a:buNone/>
              <a:defRPr sz="2800">
                <a:solidFill>
                  <a:srgbClr val="3F3F3F"/>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76"/>
          <p:cNvSpPr txBox="1"/>
          <p:nvPr>
            <p:ph idx="3" type="body"/>
          </p:nvPr>
        </p:nvSpPr>
        <p:spPr>
          <a:xfrm>
            <a:off x="800100" y="3836713"/>
            <a:ext cx="6553200" cy="416343"/>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Font typeface="Lato"/>
              <a:buNone/>
              <a:defRPr sz="1800">
                <a:solidFill>
                  <a:srgbClr val="3F3F3F"/>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76"/>
          <p:cNvSpPr txBox="1"/>
          <p:nvPr>
            <p:ph idx="4" type="body"/>
          </p:nvPr>
        </p:nvSpPr>
        <p:spPr>
          <a:xfrm>
            <a:off x="800100" y="4260940"/>
            <a:ext cx="6553200" cy="416337"/>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Font typeface="Lato"/>
              <a:buNone/>
              <a:defRPr b="0" i="0" sz="1800">
                <a:solidFill>
                  <a:srgbClr val="3F3F3F"/>
                </a:solidFill>
                <a:latin typeface="Lato"/>
                <a:ea typeface="Lato"/>
                <a:cs typeface="Lato"/>
                <a:sym typeface="Lato"/>
              </a:defRPr>
            </a:lvl1pPr>
            <a:lvl2pPr indent="-342392" lvl="1" marL="914400" algn="l">
              <a:lnSpc>
                <a:spcPct val="100000"/>
              </a:lnSpc>
              <a:spcBef>
                <a:spcPts val="500"/>
              </a:spcBef>
              <a:spcAft>
                <a:spcPts val="0"/>
              </a:spcAft>
              <a:buSzPts val="1792"/>
              <a:buChar char="•"/>
              <a:defRPr>
                <a:solidFill>
                  <a:srgbClr val="00B0F0"/>
                </a:solidFill>
              </a:defRPr>
            </a:lvl2pPr>
            <a:lvl3pPr indent="-340360" lvl="2" marL="1371600" algn="l">
              <a:lnSpc>
                <a:spcPct val="100000"/>
              </a:lnSpc>
              <a:spcBef>
                <a:spcPts val="500"/>
              </a:spcBef>
              <a:spcAft>
                <a:spcPts val="0"/>
              </a:spcAft>
              <a:buSzPts val="1760"/>
              <a:buChar char="•"/>
              <a:defRPr>
                <a:solidFill>
                  <a:srgbClr val="00B0F0"/>
                </a:solidFill>
              </a:defRPr>
            </a:lvl3pPr>
            <a:lvl4pPr indent="-328168" lvl="3" marL="1828800" algn="l">
              <a:lnSpc>
                <a:spcPct val="100000"/>
              </a:lnSpc>
              <a:spcBef>
                <a:spcPts val="500"/>
              </a:spcBef>
              <a:spcAft>
                <a:spcPts val="0"/>
              </a:spcAft>
              <a:buSzPts val="1568"/>
              <a:buChar char="•"/>
              <a:defRPr>
                <a:solidFill>
                  <a:srgbClr val="00B0F0"/>
                </a:solidFill>
              </a:defRPr>
            </a:lvl4pPr>
            <a:lvl5pPr indent="-328168" lvl="4" marL="2286000" algn="l">
              <a:lnSpc>
                <a:spcPct val="100000"/>
              </a:lnSpc>
              <a:spcBef>
                <a:spcPts val="500"/>
              </a:spcBef>
              <a:spcAft>
                <a:spcPts val="0"/>
              </a:spcAft>
              <a:buSzPts val="1568"/>
              <a:buChar char="•"/>
              <a:defRPr>
                <a:solidFill>
                  <a:srgbClr val="00B0F0"/>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02" name="Google Shape;102;p76"/>
          <p:cNvPicPr preferRelativeResize="0"/>
          <p:nvPr/>
        </p:nvPicPr>
        <p:blipFill rotWithShape="1">
          <a:blip r:embed="rId3">
            <a:alphaModFix/>
          </a:blip>
          <a:srcRect b="0" l="0" r="0" t="0"/>
          <a:stretch/>
        </p:blipFill>
        <p:spPr>
          <a:xfrm>
            <a:off x="759786" y="6147835"/>
            <a:ext cx="1734821" cy="331193"/>
          </a:xfrm>
          <a:prstGeom prst="rect">
            <a:avLst/>
          </a:prstGeom>
          <a:noFill/>
          <a:ln>
            <a:noFill/>
          </a:ln>
        </p:spPr>
      </p:pic>
      <p:pic>
        <p:nvPicPr>
          <p:cNvPr id="103" name="Google Shape;103;p76"/>
          <p:cNvPicPr preferRelativeResize="0"/>
          <p:nvPr/>
        </p:nvPicPr>
        <p:blipFill rotWithShape="1">
          <a:blip r:embed="rId4">
            <a:alphaModFix/>
          </a:blip>
          <a:srcRect b="0" l="0" r="0" t="0"/>
          <a:stretch/>
        </p:blipFill>
        <p:spPr>
          <a:xfrm>
            <a:off x="9346869" y="6156021"/>
            <a:ext cx="2022942" cy="337157"/>
          </a:xfrm>
          <a:prstGeom prst="rect">
            <a:avLst/>
          </a:prstGeom>
          <a:noFill/>
          <a:ln>
            <a:noFill/>
          </a:ln>
        </p:spPr>
      </p:pic>
    </p:spTree>
  </p:cSld>
  <p:clrMapOvr>
    <a:masterClrMapping/>
  </p:clrMapOvr>
  <p:extLst>
    <p:ext uri="{DCECCB84-F9BA-43D5-87BE-67443E8EF086}">
      <p15:sldGuideLst>
        <p15:guide id="1" pos="4632">
          <p15:clr>
            <a:srgbClr val="FBAE40"/>
          </p15:clr>
        </p15:guide>
        <p15:guide id="2" orient="horz" pos="2160">
          <p15:clr>
            <a:srgbClr val="FBAE40"/>
          </p15:clr>
        </p15:guide>
        <p15:guide id="3" orient="horz" pos="3696">
          <p15:clr>
            <a:srgbClr val="FBAE40"/>
          </p15:clr>
        </p15:guide>
        <p15:guide id="4" orient="horz" pos="26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Option 6 - Printable" showMasterSp="0">
  <p:cSld name="Title Slide - Option 6 - Printable">
    <p:bg>
      <p:bgPr>
        <a:solidFill>
          <a:schemeClr val="lt1"/>
        </a:solidFill>
      </p:bgPr>
    </p:bg>
    <p:spTree>
      <p:nvGrpSpPr>
        <p:cNvPr id="104" name="Shape 104"/>
        <p:cNvGrpSpPr/>
        <p:nvPr/>
      </p:nvGrpSpPr>
      <p:grpSpPr>
        <a:xfrm>
          <a:off x="0" y="0"/>
          <a:ext cx="0" cy="0"/>
          <a:chOff x="0" y="0"/>
          <a:chExt cx="0" cy="0"/>
        </a:xfrm>
      </p:grpSpPr>
      <p:sp>
        <p:nvSpPr>
          <p:cNvPr id="105" name="Google Shape;105;p77"/>
          <p:cNvSpPr txBox="1"/>
          <p:nvPr>
            <p:ph idx="1" type="body"/>
          </p:nvPr>
        </p:nvSpPr>
        <p:spPr>
          <a:xfrm>
            <a:off x="800099" y="487442"/>
            <a:ext cx="5947565" cy="2246574"/>
          </a:xfrm>
          <a:prstGeom prst="rect">
            <a:avLst/>
          </a:prstGeom>
          <a:noFill/>
          <a:ln>
            <a:noFill/>
          </a:ln>
        </p:spPr>
        <p:txBody>
          <a:bodyPr anchorCtr="0" anchor="b" bIns="45700" lIns="0" spcFirstLastPara="1" rIns="91425" wrap="square" tIns="45700">
            <a:normAutofit/>
          </a:bodyPr>
          <a:lstStyle>
            <a:lvl1pPr indent="-228600" lvl="0" marL="457200" algn="l">
              <a:lnSpc>
                <a:spcPct val="100000"/>
              </a:lnSpc>
              <a:spcBef>
                <a:spcPts val="500"/>
              </a:spcBef>
              <a:spcAft>
                <a:spcPts val="0"/>
              </a:spcAft>
              <a:buClr>
                <a:srgbClr val="3F3F3F"/>
              </a:buClr>
              <a:buSzPts val="4800"/>
              <a:buFont typeface="Lato"/>
              <a:buNone/>
              <a:defRPr b="1" sz="4800">
                <a:solidFill>
                  <a:srgbClr val="3F3F3F"/>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p77"/>
          <p:cNvSpPr txBox="1"/>
          <p:nvPr>
            <p:ph idx="2" type="body"/>
          </p:nvPr>
        </p:nvSpPr>
        <p:spPr>
          <a:xfrm>
            <a:off x="800100" y="2903265"/>
            <a:ext cx="5947562" cy="505405"/>
          </a:xfrm>
          <a:prstGeom prst="rect">
            <a:avLst/>
          </a:prstGeom>
          <a:noFill/>
          <a:ln>
            <a:noFill/>
          </a:ln>
        </p:spPr>
        <p:txBody>
          <a:bodyPr anchorCtr="0" anchor="b" bIns="45700" lIns="0" spcFirstLastPara="1" rIns="91425" wrap="square" tIns="45700">
            <a:noAutofit/>
          </a:bodyPr>
          <a:lstStyle>
            <a:lvl1pPr indent="-228600" lvl="0" marL="457200" algn="l">
              <a:lnSpc>
                <a:spcPct val="100000"/>
              </a:lnSpc>
              <a:spcBef>
                <a:spcPts val="500"/>
              </a:spcBef>
              <a:spcAft>
                <a:spcPts val="0"/>
              </a:spcAft>
              <a:buClr>
                <a:srgbClr val="8C1515"/>
              </a:buClr>
              <a:buSzPts val="2800"/>
              <a:buFont typeface="Lato"/>
              <a:buNone/>
              <a:defRPr sz="2800">
                <a:solidFill>
                  <a:srgbClr val="8C1515"/>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77"/>
          <p:cNvSpPr txBox="1"/>
          <p:nvPr>
            <p:ph idx="3" type="body"/>
          </p:nvPr>
        </p:nvSpPr>
        <p:spPr>
          <a:xfrm>
            <a:off x="800100" y="4413375"/>
            <a:ext cx="5947564" cy="374254"/>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Font typeface="Lato"/>
              <a:buNone/>
              <a:defRPr sz="1800">
                <a:solidFill>
                  <a:srgbClr val="3F3F3F"/>
                </a:solidFill>
              </a:defRPr>
            </a:lvl1pPr>
            <a:lvl2pPr indent="-342392" lvl="1" marL="914400" algn="l">
              <a:lnSpc>
                <a:spcPct val="100000"/>
              </a:lnSpc>
              <a:spcBef>
                <a:spcPts val="500"/>
              </a:spcBef>
              <a:spcAft>
                <a:spcPts val="0"/>
              </a:spcAft>
              <a:buSzPts val="1792"/>
              <a:buChar char="•"/>
              <a:defRPr>
                <a:solidFill>
                  <a:schemeClr val="lt1"/>
                </a:solidFill>
              </a:defRPr>
            </a:lvl2pPr>
            <a:lvl3pPr indent="-340360" lvl="2" marL="1371600" algn="l">
              <a:lnSpc>
                <a:spcPct val="100000"/>
              </a:lnSpc>
              <a:spcBef>
                <a:spcPts val="500"/>
              </a:spcBef>
              <a:spcAft>
                <a:spcPts val="0"/>
              </a:spcAft>
              <a:buSzPts val="1760"/>
              <a:buChar char="•"/>
              <a:defRPr>
                <a:solidFill>
                  <a:schemeClr val="lt1"/>
                </a:solidFill>
              </a:defRPr>
            </a:lvl3pPr>
            <a:lvl4pPr indent="-328168" lvl="3" marL="1828800" algn="l">
              <a:lnSpc>
                <a:spcPct val="100000"/>
              </a:lnSpc>
              <a:spcBef>
                <a:spcPts val="500"/>
              </a:spcBef>
              <a:spcAft>
                <a:spcPts val="0"/>
              </a:spcAft>
              <a:buSzPts val="1568"/>
              <a:buChar char="•"/>
              <a:defRPr>
                <a:solidFill>
                  <a:schemeClr val="lt1"/>
                </a:solidFill>
              </a:defRPr>
            </a:lvl4pPr>
            <a:lvl5pPr indent="-328168" lvl="4" marL="2286000" algn="l">
              <a:lnSpc>
                <a:spcPct val="10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77"/>
          <p:cNvSpPr txBox="1"/>
          <p:nvPr>
            <p:ph idx="4" type="body"/>
          </p:nvPr>
        </p:nvSpPr>
        <p:spPr>
          <a:xfrm>
            <a:off x="800097" y="4806484"/>
            <a:ext cx="5947565" cy="374251"/>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200"/>
              <a:buFont typeface="Lato Black"/>
              <a:buNone/>
              <a:defRPr b="1" i="0" sz="1200">
                <a:solidFill>
                  <a:srgbClr val="3F3F3F"/>
                </a:solidFill>
                <a:latin typeface="Lato Black"/>
                <a:ea typeface="Lato Black"/>
                <a:cs typeface="Lato Black"/>
                <a:sym typeface="Lato Black"/>
              </a:defRPr>
            </a:lvl1pPr>
            <a:lvl2pPr indent="-342392" lvl="1" marL="914400" algn="l">
              <a:lnSpc>
                <a:spcPct val="100000"/>
              </a:lnSpc>
              <a:spcBef>
                <a:spcPts val="500"/>
              </a:spcBef>
              <a:spcAft>
                <a:spcPts val="0"/>
              </a:spcAft>
              <a:buSzPts val="1792"/>
              <a:buChar char="•"/>
              <a:defRPr>
                <a:solidFill>
                  <a:srgbClr val="00B0F0"/>
                </a:solidFill>
              </a:defRPr>
            </a:lvl2pPr>
            <a:lvl3pPr indent="-340360" lvl="2" marL="1371600" algn="l">
              <a:lnSpc>
                <a:spcPct val="100000"/>
              </a:lnSpc>
              <a:spcBef>
                <a:spcPts val="500"/>
              </a:spcBef>
              <a:spcAft>
                <a:spcPts val="0"/>
              </a:spcAft>
              <a:buSzPts val="1760"/>
              <a:buChar char="•"/>
              <a:defRPr>
                <a:solidFill>
                  <a:srgbClr val="00B0F0"/>
                </a:solidFill>
              </a:defRPr>
            </a:lvl3pPr>
            <a:lvl4pPr indent="-328168" lvl="3" marL="1828800" algn="l">
              <a:lnSpc>
                <a:spcPct val="100000"/>
              </a:lnSpc>
              <a:spcBef>
                <a:spcPts val="500"/>
              </a:spcBef>
              <a:spcAft>
                <a:spcPts val="0"/>
              </a:spcAft>
              <a:buSzPts val="1568"/>
              <a:buChar char="•"/>
              <a:defRPr>
                <a:solidFill>
                  <a:srgbClr val="00B0F0"/>
                </a:solidFill>
              </a:defRPr>
            </a:lvl4pPr>
            <a:lvl5pPr indent="-328168" lvl="4" marL="2286000" algn="l">
              <a:lnSpc>
                <a:spcPct val="100000"/>
              </a:lnSpc>
              <a:spcBef>
                <a:spcPts val="500"/>
              </a:spcBef>
              <a:spcAft>
                <a:spcPts val="0"/>
              </a:spcAft>
              <a:buSzPts val="1568"/>
              <a:buChar char="•"/>
              <a:defRPr>
                <a:solidFill>
                  <a:srgbClr val="00B0F0"/>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09" name="Google Shape;109;p77"/>
          <p:cNvCxnSpPr/>
          <p:nvPr/>
        </p:nvCxnSpPr>
        <p:spPr>
          <a:xfrm>
            <a:off x="0" y="4191000"/>
            <a:ext cx="7340828" cy="0"/>
          </a:xfrm>
          <a:prstGeom prst="straightConnector1">
            <a:avLst/>
          </a:prstGeom>
          <a:noFill/>
          <a:ln cap="flat" cmpd="sng" w="9525">
            <a:solidFill>
              <a:srgbClr val="3F3F3F"/>
            </a:solidFill>
            <a:prstDash val="solid"/>
            <a:miter lim="800000"/>
            <a:headEnd len="sm" w="sm" type="none"/>
            <a:tailEnd len="sm" w="sm" type="none"/>
          </a:ln>
        </p:spPr>
      </p:cxnSp>
      <p:cxnSp>
        <p:nvCxnSpPr>
          <p:cNvPr id="110" name="Google Shape;110;p77"/>
          <p:cNvCxnSpPr/>
          <p:nvPr/>
        </p:nvCxnSpPr>
        <p:spPr>
          <a:xfrm>
            <a:off x="0" y="5868971"/>
            <a:ext cx="12192000" cy="0"/>
          </a:xfrm>
          <a:prstGeom prst="straightConnector1">
            <a:avLst/>
          </a:prstGeom>
          <a:noFill/>
          <a:ln cap="flat" cmpd="sng" w="9525">
            <a:solidFill>
              <a:srgbClr val="3F3F3F"/>
            </a:solidFill>
            <a:prstDash val="solid"/>
            <a:miter lim="800000"/>
            <a:headEnd len="sm" w="sm" type="none"/>
            <a:tailEnd len="sm" w="sm" type="none"/>
          </a:ln>
        </p:spPr>
      </p:cxnSp>
      <p:pic>
        <p:nvPicPr>
          <p:cNvPr id="111" name="Google Shape;111;p77"/>
          <p:cNvPicPr preferRelativeResize="0"/>
          <p:nvPr/>
        </p:nvPicPr>
        <p:blipFill rotWithShape="1">
          <a:blip r:embed="rId2">
            <a:alphaModFix/>
          </a:blip>
          <a:srcRect b="0" l="0" r="0" t="0"/>
          <a:stretch/>
        </p:blipFill>
        <p:spPr>
          <a:xfrm>
            <a:off x="759786" y="6147835"/>
            <a:ext cx="1734821" cy="331193"/>
          </a:xfrm>
          <a:prstGeom prst="rect">
            <a:avLst/>
          </a:prstGeom>
          <a:noFill/>
          <a:ln>
            <a:noFill/>
          </a:ln>
        </p:spPr>
      </p:pic>
      <p:pic>
        <p:nvPicPr>
          <p:cNvPr id="112" name="Google Shape;112;p77"/>
          <p:cNvPicPr preferRelativeResize="0"/>
          <p:nvPr/>
        </p:nvPicPr>
        <p:blipFill rotWithShape="1">
          <a:blip r:embed="rId3">
            <a:alphaModFix/>
          </a:blip>
          <a:srcRect b="0" l="0" r="0" t="0"/>
          <a:stretch/>
        </p:blipFill>
        <p:spPr>
          <a:xfrm>
            <a:off x="9346869" y="6156021"/>
            <a:ext cx="2022942" cy="337157"/>
          </a:xfrm>
          <a:prstGeom prst="rect">
            <a:avLst/>
          </a:prstGeom>
          <a:noFill/>
          <a:ln>
            <a:noFill/>
          </a:ln>
        </p:spPr>
      </p:pic>
      <p:sp>
        <p:nvSpPr>
          <p:cNvPr id="113" name="Google Shape;113;p77"/>
          <p:cNvSpPr/>
          <p:nvPr>
            <p:ph idx="5" type="pic"/>
          </p:nvPr>
        </p:nvSpPr>
        <p:spPr>
          <a:xfrm>
            <a:off x="7340826" y="0"/>
            <a:ext cx="4851173" cy="5868988"/>
          </a:xfrm>
          <a:prstGeom prst="rect">
            <a:avLst/>
          </a:prstGeom>
          <a:solidFill>
            <a:schemeClr val="lt2"/>
          </a:solidFill>
          <a:ln>
            <a:noFill/>
          </a:ln>
        </p:spPr>
      </p:sp>
    </p:spTree>
  </p:cSld>
  <p:clrMapOvr>
    <a:masterClrMapping/>
  </p:clrMapOvr>
  <p:extLst>
    <p:ext uri="{DCECCB84-F9BA-43D5-87BE-67443E8EF086}">
      <p15:sldGuideLst>
        <p15:guide id="1" pos="4632">
          <p15:clr>
            <a:srgbClr val="FBAE40"/>
          </p15:clr>
        </p15:guide>
        <p15:guide id="2" orient="horz" pos="2160">
          <p15:clr>
            <a:srgbClr val="FBAE40"/>
          </p15:clr>
        </p15:guide>
        <p15:guide id="3" orient="horz" pos="3696">
          <p15:clr>
            <a:srgbClr val="FBAE40"/>
          </p15:clr>
        </p15:guide>
        <p15:guide id="4" orient="horz" pos="26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ayout">
  <p:cSld name="Blank Layout">
    <p:spTree>
      <p:nvGrpSpPr>
        <p:cNvPr id="114" name="Shape 114"/>
        <p:cNvGrpSpPr/>
        <p:nvPr/>
      </p:nvGrpSpPr>
      <p:grpSpPr>
        <a:xfrm>
          <a:off x="0" y="0"/>
          <a:ext cx="0" cy="0"/>
          <a:chOff x="0" y="0"/>
          <a:chExt cx="0" cy="0"/>
        </a:xfrm>
      </p:grpSpPr>
      <p:sp>
        <p:nvSpPr>
          <p:cNvPr id="115" name="Google Shape;115;p78"/>
          <p:cNvSpPr txBox="1"/>
          <p:nvPr>
            <p:ph type="title"/>
          </p:nvPr>
        </p:nvSpPr>
        <p:spPr>
          <a:xfrm>
            <a:off x="838200" y="365125"/>
            <a:ext cx="10515600" cy="1325563"/>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rgbClr val="8C1515"/>
              </a:buClr>
              <a:buSzPts val="4800"/>
              <a:buFont typeface="Lato"/>
              <a:buNone/>
              <a:defRPr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78"/>
          <p:cNvSpPr txBox="1"/>
          <p:nvPr>
            <p:ph idx="1" type="body"/>
          </p:nvPr>
        </p:nvSpPr>
        <p:spPr>
          <a:xfrm>
            <a:off x="838200" y="1819275"/>
            <a:ext cx="10515600" cy="4560888"/>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500"/>
              </a:spcBef>
              <a:spcAft>
                <a:spcPts val="0"/>
              </a:spcAft>
              <a:buClr>
                <a:srgbClr val="3F3F3F"/>
              </a:buClr>
              <a:buSzPts val="1800"/>
              <a:buNone/>
              <a:defRPr/>
            </a:lvl1pPr>
            <a:lvl2pPr indent="-356616" lvl="1" marL="914400" algn="l">
              <a:lnSpc>
                <a:spcPct val="100000"/>
              </a:lnSpc>
              <a:spcBef>
                <a:spcPts val="500"/>
              </a:spcBef>
              <a:spcAft>
                <a:spcPts val="0"/>
              </a:spcAft>
              <a:buSzPts val="2016"/>
              <a:buChar char="•"/>
              <a:defRPr/>
            </a:lvl2pPr>
            <a:lvl3pPr indent="-354330" lvl="2" marL="1371600" algn="l">
              <a:lnSpc>
                <a:spcPct val="100000"/>
              </a:lnSpc>
              <a:spcBef>
                <a:spcPts val="500"/>
              </a:spcBef>
              <a:spcAft>
                <a:spcPts val="0"/>
              </a:spcAft>
              <a:buSzPts val="1980"/>
              <a:buChar char="•"/>
              <a:defRPr/>
            </a:lvl3pPr>
            <a:lvl4pPr indent="-356616" lvl="3" marL="1828800" algn="l">
              <a:lnSpc>
                <a:spcPct val="100000"/>
              </a:lnSpc>
              <a:spcBef>
                <a:spcPts val="500"/>
              </a:spcBef>
              <a:spcAft>
                <a:spcPts val="0"/>
              </a:spcAft>
              <a:buSzPts val="2016"/>
              <a:buChar char="•"/>
              <a:defRPr/>
            </a:lvl4pPr>
            <a:lvl5pPr indent="-356616" lvl="4" marL="2286000" algn="l">
              <a:lnSpc>
                <a:spcPct val="10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Option 1">
  <p:cSld name="Agenda - Option 1">
    <p:spTree>
      <p:nvGrpSpPr>
        <p:cNvPr id="122" name="Shape 122"/>
        <p:cNvGrpSpPr/>
        <p:nvPr/>
      </p:nvGrpSpPr>
      <p:grpSpPr>
        <a:xfrm>
          <a:off x="0" y="0"/>
          <a:ext cx="0" cy="0"/>
          <a:chOff x="0" y="0"/>
          <a:chExt cx="0" cy="0"/>
        </a:xfrm>
      </p:grpSpPr>
      <p:sp>
        <p:nvSpPr>
          <p:cNvPr id="123" name="Google Shape;123;p62"/>
          <p:cNvSpPr txBox="1"/>
          <p:nvPr>
            <p:ph type="title"/>
          </p:nvPr>
        </p:nvSpPr>
        <p:spPr>
          <a:xfrm>
            <a:off x="800100" y="636586"/>
            <a:ext cx="3411930" cy="1116014"/>
          </a:xfrm>
          <a:prstGeom prst="rect">
            <a:avLst/>
          </a:prstGeom>
          <a:noFill/>
          <a:ln>
            <a:noFill/>
          </a:ln>
        </p:spPr>
        <p:txBody>
          <a:bodyPr anchorCtr="0" anchor="t" bIns="45700" lIns="0" spcFirstLastPara="1" rIns="91425" wrap="square" tIns="45700">
            <a:normAutofit/>
          </a:bodyPr>
          <a:lstStyle>
            <a:lvl1pPr lvl="0" algn="l">
              <a:lnSpc>
                <a:spcPct val="90000"/>
              </a:lnSpc>
              <a:spcBef>
                <a:spcPts val="0"/>
              </a:spcBef>
              <a:spcAft>
                <a:spcPts val="0"/>
              </a:spcAft>
              <a:buClr>
                <a:srgbClr val="8C1515"/>
              </a:buClr>
              <a:buSzPts val="3600"/>
              <a:buFont typeface="Lato"/>
              <a:buNone/>
              <a:defRPr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62"/>
          <p:cNvSpPr txBox="1"/>
          <p:nvPr>
            <p:ph idx="1" type="body"/>
          </p:nvPr>
        </p:nvSpPr>
        <p:spPr>
          <a:xfrm>
            <a:off x="4403687" y="723007"/>
            <a:ext cx="3384626" cy="398482"/>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2000"/>
              <a:buFont typeface="Lato"/>
              <a:buNone/>
              <a:defRPr sz="2000">
                <a:solidFill>
                  <a:srgbClr val="B83A4B"/>
                </a:solidFill>
                <a:latin typeface="Lato"/>
                <a:ea typeface="Lato"/>
                <a:cs typeface="Lato"/>
                <a:sym typeface="Lato"/>
              </a:defRPr>
            </a:lvl1pPr>
            <a:lvl2pPr indent="-370840" lvl="1" marL="914400" algn="l">
              <a:lnSpc>
                <a:spcPct val="120000"/>
              </a:lnSpc>
              <a:spcBef>
                <a:spcPts val="500"/>
              </a:spcBef>
              <a:spcAft>
                <a:spcPts val="0"/>
              </a:spcAft>
              <a:buSzPts val="2240"/>
              <a:buChar char="•"/>
              <a:defRPr sz="2000">
                <a:latin typeface="Lato"/>
                <a:ea typeface="Lato"/>
                <a:cs typeface="Lato"/>
                <a:sym typeface="Lato"/>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62"/>
          <p:cNvSpPr txBox="1"/>
          <p:nvPr>
            <p:ph idx="2" type="body"/>
          </p:nvPr>
        </p:nvSpPr>
        <p:spPr>
          <a:xfrm>
            <a:off x="4403687" y="2270224"/>
            <a:ext cx="3384626" cy="398482"/>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2000"/>
              <a:buFont typeface="Lato"/>
              <a:buNone/>
              <a:defRPr sz="2000">
                <a:solidFill>
                  <a:srgbClr val="B83A4B"/>
                </a:solidFill>
                <a:latin typeface="Lato"/>
                <a:ea typeface="Lato"/>
                <a:cs typeface="Lato"/>
                <a:sym typeface="Lato"/>
              </a:defRPr>
            </a:lvl1pPr>
            <a:lvl2pPr indent="-370840" lvl="1" marL="914400" algn="l">
              <a:lnSpc>
                <a:spcPct val="120000"/>
              </a:lnSpc>
              <a:spcBef>
                <a:spcPts val="500"/>
              </a:spcBef>
              <a:spcAft>
                <a:spcPts val="0"/>
              </a:spcAft>
              <a:buSzPts val="2240"/>
              <a:buChar char="•"/>
              <a:defRPr sz="2000">
                <a:latin typeface="Lato"/>
                <a:ea typeface="Lato"/>
                <a:cs typeface="Lato"/>
                <a:sym typeface="Lato"/>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 name="Google Shape;126;p62"/>
          <p:cNvSpPr txBox="1"/>
          <p:nvPr>
            <p:ph idx="3" type="body"/>
          </p:nvPr>
        </p:nvSpPr>
        <p:spPr>
          <a:xfrm>
            <a:off x="4403687" y="3798312"/>
            <a:ext cx="3384626" cy="398482"/>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2000"/>
              <a:buFont typeface="Lato"/>
              <a:buNone/>
              <a:defRPr sz="2000">
                <a:solidFill>
                  <a:srgbClr val="B83A4B"/>
                </a:solidFill>
                <a:latin typeface="Lato"/>
                <a:ea typeface="Lato"/>
                <a:cs typeface="Lato"/>
                <a:sym typeface="Lato"/>
              </a:defRPr>
            </a:lvl1pPr>
            <a:lvl2pPr indent="-370840" lvl="1" marL="914400" algn="l">
              <a:lnSpc>
                <a:spcPct val="120000"/>
              </a:lnSpc>
              <a:spcBef>
                <a:spcPts val="500"/>
              </a:spcBef>
              <a:spcAft>
                <a:spcPts val="0"/>
              </a:spcAft>
              <a:buSzPts val="2240"/>
              <a:buChar char="•"/>
              <a:defRPr sz="2000">
                <a:latin typeface="Lato"/>
                <a:ea typeface="Lato"/>
                <a:cs typeface="Lato"/>
                <a:sym typeface="Lato"/>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 name="Google Shape;127;p62"/>
          <p:cNvSpPr txBox="1"/>
          <p:nvPr>
            <p:ph idx="4" type="body"/>
          </p:nvPr>
        </p:nvSpPr>
        <p:spPr>
          <a:xfrm>
            <a:off x="7979932" y="711892"/>
            <a:ext cx="3384626" cy="398482"/>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2000"/>
              <a:buFont typeface="Lato"/>
              <a:buNone/>
              <a:defRPr sz="2000">
                <a:solidFill>
                  <a:srgbClr val="B83A4B"/>
                </a:solidFill>
                <a:latin typeface="Lato"/>
                <a:ea typeface="Lato"/>
                <a:cs typeface="Lato"/>
                <a:sym typeface="Lato"/>
              </a:defRPr>
            </a:lvl1pPr>
            <a:lvl2pPr indent="-370840" lvl="1" marL="914400" algn="l">
              <a:lnSpc>
                <a:spcPct val="120000"/>
              </a:lnSpc>
              <a:spcBef>
                <a:spcPts val="500"/>
              </a:spcBef>
              <a:spcAft>
                <a:spcPts val="0"/>
              </a:spcAft>
              <a:buSzPts val="2240"/>
              <a:buChar char="•"/>
              <a:defRPr sz="2000">
                <a:latin typeface="Lato"/>
                <a:ea typeface="Lato"/>
                <a:cs typeface="Lato"/>
                <a:sym typeface="Lato"/>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 name="Google Shape;128;p62"/>
          <p:cNvSpPr txBox="1"/>
          <p:nvPr>
            <p:ph idx="5" type="body"/>
          </p:nvPr>
        </p:nvSpPr>
        <p:spPr>
          <a:xfrm>
            <a:off x="7979932" y="2259109"/>
            <a:ext cx="3384626" cy="398482"/>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2000"/>
              <a:buFont typeface="Lato"/>
              <a:buNone/>
              <a:defRPr sz="2000">
                <a:solidFill>
                  <a:srgbClr val="B83A4B"/>
                </a:solidFill>
                <a:latin typeface="Lato"/>
                <a:ea typeface="Lato"/>
                <a:cs typeface="Lato"/>
                <a:sym typeface="Lato"/>
              </a:defRPr>
            </a:lvl1pPr>
            <a:lvl2pPr indent="-370840" lvl="1" marL="914400" algn="l">
              <a:lnSpc>
                <a:spcPct val="120000"/>
              </a:lnSpc>
              <a:spcBef>
                <a:spcPts val="500"/>
              </a:spcBef>
              <a:spcAft>
                <a:spcPts val="0"/>
              </a:spcAft>
              <a:buSzPts val="2240"/>
              <a:buChar char="•"/>
              <a:defRPr sz="2000">
                <a:latin typeface="Lato"/>
                <a:ea typeface="Lato"/>
                <a:cs typeface="Lato"/>
                <a:sym typeface="Lato"/>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 name="Google Shape;129;p62"/>
          <p:cNvSpPr txBox="1"/>
          <p:nvPr>
            <p:ph idx="6" type="body"/>
          </p:nvPr>
        </p:nvSpPr>
        <p:spPr>
          <a:xfrm>
            <a:off x="7979932" y="3787197"/>
            <a:ext cx="3384626" cy="398482"/>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2000"/>
              <a:buFont typeface="Lato"/>
              <a:buNone/>
              <a:defRPr sz="2000">
                <a:solidFill>
                  <a:srgbClr val="B83A4B"/>
                </a:solidFill>
                <a:latin typeface="Lato"/>
                <a:ea typeface="Lato"/>
                <a:cs typeface="Lato"/>
                <a:sym typeface="Lato"/>
              </a:defRPr>
            </a:lvl1pPr>
            <a:lvl2pPr indent="-370840" lvl="1" marL="914400" algn="l">
              <a:lnSpc>
                <a:spcPct val="120000"/>
              </a:lnSpc>
              <a:spcBef>
                <a:spcPts val="500"/>
              </a:spcBef>
              <a:spcAft>
                <a:spcPts val="0"/>
              </a:spcAft>
              <a:buSzPts val="2240"/>
              <a:buChar char="•"/>
              <a:defRPr sz="2000">
                <a:latin typeface="Lato"/>
                <a:ea typeface="Lato"/>
                <a:cs typeface="Lato"/>
                <a:sym typeface="Lato"/>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p62"/>
          <p:cNvSpPr txBox="1"/>
          <p:nvPr>
            <p:ph idx="7" type="body"/>
          </p:nvPr>
        </p:nvSpPr>
        <p:spPr>
          <a:xfrm>
            <a:off x="4403725" y="1136987"/>
            <a:ext cx="3384588" cy="1116013"/>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600"/>
              <a:buFont typeface="Lato"/>
              <a:buNone/>
              <a:defRPr>
                <a:solidFill>
                  <a:srgbClr val="3F3F3F"/>
                </a:solidFill>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 name="Google Shape;131;p62"/>
          <p:cNvSpPr txBox="1"/>
          <p:nvPr>
            <p:ph idx="8" type="body"/>
          </p:nvPr>
        </p:nvSpPr>
        <p:spPr>
          <a:xfrm>
            <a:off x="4403725" y="2686682"/>
            <a:ext cx="3384588" cy="1116013"/>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600"/>
              <a:buFont typeface="Lato"/>
              <a:buNone/>
              <a:defRPr>
                <a:solidFill>
                  <a:srgbClr val="3F3F3F"/>
                </a:solidFill>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62"/>
          <p:cNvSpPr txBox="1"/>
          <p:nvPr>
            <p:ph idx="9" type="body"/>
          </p:nvPr>
        </p:nvSpPr>
        <p:spPr>
          <a:xfrm>
            <a:off x="4403687" y="4218136"/>
            <a:ext cx="3384588" cy="1116013"/>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600"/>
              <a:buFont typeface="Lato"/>
              <a:buNone/>
              <a:defRPr>
                <a:solidFill>
                  <a:srgbClr val="3F3F3F"/>
                </a:solidFill>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 name="Google Shape;133;p62"/>
          <p:cNvSpPr txBox="1"/>
          <p:nvPr>
            <p:ph idx="13" type="body"/>
          </p:nvPr>
        </p:nvSpPr>
        <p:spPr>
          <a:xfrm>
            <a:off x="7979970" y="1115645"/>
            <a:ext cx="3384588" cy="1116013"/>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600"/>
              <a:buFont typeface="Lato"/>
              <a:buNone/>
              <a:defRPr>
                <a:solidFill>
                  <a:srgbClr val="3F3F3F"/>
                </a:solidFill>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p62"/>
          <p:cNvSpPr txBox="1"/>
          <p:nvPr>
            <p:ph idx="14" type="body"/>
          </p:nvPr>
        </p:nvSpPr>
        <p:spPr>
          <a:xfrm>
            <a:off x="7979970" y="2665340"/>
            <a:ext cx="3384588" cy="1116013"/>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600"/>
              <a:buFont typeface="Lato"/>
              <a:buNone/>
              <a:defRPr>
                <a:solidFill>
                  <a:srgbClr val="3F3F3F"/>
                </a:solidFill>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62"/>
          <p:cNvSpPr txBox="1"/>
          <p:nvPr>
            <p:ph idx="15" type="body"/>
          </p:nvPr>
        </p:nvSpPr>
        <p:spPr>
          <a:xfrm>
            <a:off x="7979932" y="4196794"/>
            <a:ext cx="3384588" cy="1116013"/>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600"/>
              <a:buFont typeface="Lato"/>
              <a:buNone/>
              <a:defRPr>
                <a:solidFill>
                  <a:srgbClr val="3F3F3F"/>
                </a:solidFill>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36" name="Google Shape;136;p62"/>
          <p:cNvPicPr preferRelativeResize="0"/>
          <p:nvPr/>
        </p:nvPicPr>
        <p:blipFill rotWithShape="1">
          <a:blip r:embed="rId2">
            <a:alphaModFix/>
          </a:blip>
          <a:srcRect b="0" l="0" r="0" t="0"/>
          <a:stretch/>
        </p:blipFill>
        <p:spPr>
          <a:xfrm>
            <a:off x="0" y="-11652"/>
            <a:ext cx="12192000" cy="209223"/>
          </a:xfrm>
          <a:prstGeom prst="rect">
            <a:avLst/>
          </a:prstGeom>
          <a:noFill/>
          <a:ln>
            <a:noFill/>
          </a:ln>
        </p:spPr>
      </p:pic>
      <p:sp>
        <p:nvSpPr>
          <p:cNvPr id="137" name="Google Shape;137;p62"/>
          <p:cNvSpPr/>
          <p:nvPr/>
        </p:nvSpPr>
        <p:spPr>
          <a:xfrm>
            <a:off x="0" y="-13960"/>
            <a:ext cx="12192000" cy="211532"/>
          </a:xfrm>
          <a:prstGeom prst="rect">
            <a:avLst/>
          </a:prstGeom>
          <a:solidFill>
            <a:srgbClr val="D4D1D1">
              <a:alpha val="25098"/>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8" name="Google Shape;138;p62"/>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52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 Printable">
  <p:cSld name="Section Break - Printable">
    <p:bg>
      <p:bgPr>
        <a:blipFill>
          <a:blip r:embed="rId2">
            <a:alphaModFix/>
          </a:blip>
          <a:stretch>
            <a:fillRect/>
          </a:stretch>
        </a:blipFill>
      </p:bgPr>
    </p:bg>
    <p:spTree>
      <p:nvGrpSpPr>
        <p:cNvPr id="139" name="Shape 139"/>
        <p:cNvGrpSpPr/>
        <p:nvPr/>
      </p:nvGrpSpPr>
      <p:grpSpPr>
        <a:xfrm>
          <a:off x="0" y="0"/>
          <a:ext cx="0" cy="0"/>
          <a:chOff x="0" y="0"/>
          <a:chExt cx="0" cy="0"/>
        </a:xfrm>
      </p:grpSpPr>
      <p:sp>
        <p:nvSpPr>
          <p:cNvPr id="140" name="Google Shape;140;p63"/>
          <p:cNvSpPr txBox="1"/>
          <p:nvPr>
            <p:ph type="title"/>
          </p:nvPr>
        </p:nvSpPr>
        <p:spPr>
          <a:xfrm>
            <a:off x="800100" y="2615992"/>
            <a:ext cx="10553700" cy="1213729"/>
          </a:xfrm>
          <a:prstGeom prst="rect">
            <a:avLst/>
          </a:prstGeom>
          <a:noFill/>
          <a:ln>
            <a:noFill/>
          </a:ln>
        </p:spPr>
        <p:txBody>
          <a:bodyPr anchorCtr="0" anchor="t" bIns="45700" lIns="0" spcFirstLastPara="1" rIns="91425" wrap="square" tIns="45700">
            <a:normAutofit/>
          </a:bodyPr>
          <a:lstStyle>
            <a:lvl1pPr lvl="0" algn="l">
              <a:lnSpc>
                <a:spcPct val="90000"/>
              </a:lnSpc>
              <a:spcBef>
                <a:spcPts val="0"/>
              </a:spcBef>
              <a:spcAft>
                <a:spcPts val="0"/>
              </a:spcAft>
              <a:buClr>
                <a:srgbClr val="8C1515"/>
              </a:buClr>
              <a:buSzPts val="3600"/>
              <a:buFont typeface="Lato"/>
              <a:buNone/>
              <a:defRPr b="1">
                <a:solidFill>
                  <a:srgbClr val="8C1515"/>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41" name="Google Shape;141;p63"/>
          <p:cNvCxnSpPr/>
          <p:nvPr/>
        </p:nvCxnSpPr>
        <p:spPr>
          <a:xfrm>
            <a:off x="800100" y="2522007"/>
            <a:ext cx="10553700" cy="0"/>
          </a:xfrm>
          <a:prstGeom prst="straightConnector1">
            <a:avLst/>
          </a:prstGeom>
          <a:noFill/>
          <a:ln cap="flat" cmpd="sng" w="9525">
            <a:solidFill>
              <a:srgbClr val="8C1515"/>
            </a:solidFill>
            <a:prstDash val="solid"/>
            <a:miter lim="800000"/>
            <a:headEnd len="sm" w="sm" type="none"/>
            <a:tailEnd len="sm" w="sm" type="none"/>
          </a:ln>
        </p:spPr>
      </p:cxnSp>
      <p:sp>
        <p:nvSpPr>
          <p:cNvPr id="142" name="Google Shape;142;p63"/>
          <p:cNvSpPr txBox="1"/>
          <p:nvPr>
            <p:ph idx="1" type="body"/>
          </p:nvPr>
        </p:nvSpPr>
        <p:spPr>
          <a:xfrm>
            <a:off x="800100" y="1273091"/>
            <a:ext cx="1460711" cy="1243012"/>
          </a:xfrm>
          <a:prstGeom prst="rect">
            <a:avLst/>
          </a:prstGeom>
          <a:noFill/>
          <a:ln>
            <a:noFill/>
          </a:ln>
        </p:spPr>
        <p:txBody>
          <a:bodyPr anchorCtr="0" anchor="b" bIns="45700" lIns="0" spcFirstLastPara="1" rIns="91425" wrap="square" tIns="45700">
            <a:normAutofit/>
          </a:bodyPr>
          <a:lstStyle>
            <a:lvl1pPr indent="-228600" lvl="0" marL="457200" algn="l">
              <a:lnSpc>
                <a:spcPct val="120000"/>
              </a:lnSpc>
              <a:spcBef>
                <a:spcPts val="1000"/>
              </a:spcBef>
              <a:spcAft>
                <a:spcPts val="0"/>
              </a:spcAft>
              <a:buSzPts val="6000"/>
              <a:buFont typeface="Lato"/>
              <a:buNone/>
              <a:defRPr sz="6000">
                <a:solidFill>
                  <a:srgbClr val="3F3F3F"/>
                </a:solidFill>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 name="Google Shape;143;p63"/>
          <p:cNvSpPr/>
          <p:nvPr/>
        </p:nvSpPr>
        <p:spPr>
          <a:xfrm>
            <a:off x="0" y="-13960"/>
            <a:ext cx="12192000" cy="211532"/>
          </a:xfrm>
          <a:prstGeom prst="rect">
            <a:avLst/>
          </a:prstGeom>
          <a:solidFill>
            <a:srgbClr val="D4D1D1">
              <a:alpha val="25098"/>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4" name="Google Shape;144;p63"/>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 1 Column">
  <p:cSld name="Text Slide - 1 Column">
    <p:bg>
      <p:bgPr>
        <a:solidFill>
          <a:schemeClr val="lt1"/>
        </a:solidFill>
      </p:bgPr>
    </p:bg>
    <p:spTree>
      <p:nvGrpSpPr>
        <p:cNvPr id="145" name="Shape 145"/>
        <p:cNvGrpSpPr/>
        <p:nvPr/>
      </p:nvGrpSpPr>
      <p:grpSpPr>
        <a:xfrm>
          <a:off x="0" y="0"/>
          <a:ext cx="0" cy="0"/>
          <a:chOff x="0" y="0"/>
          <a:chExt cx="0" cy="0"/>
        </a:xfrm>
      </p:grpSpPr>
      <p:sp>
        <p:nvSpPr>
          <p:cNvPr id="146" name="Google Shape;146;p64"/>
          <p:cNvSpPr txBox="1"/>
          <p:nvPr>
            <p:ph idx="1" type="body"/>
          </p:nvPr>
        </p:nvSpPr>
        <p:spPr>
          <a:xfrm>
            <a:off x="800100" y="1110216"/>
            <a:ext cx="10553700" cy="398482"/>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2000"/>
              <a:buFont typeface="Lato"/>
              <a:buNone/>
              <a:defRPr sz="2000">
                <a:solidFill>
                  <a:srgbClr val="B83A4B"/>
                </a:solidFill>
                <a:latin typeface="Lato"/>
                <a:ea typeface="Lato"/>
                <a:cs typeface="Lato"/>
                <a:sym typeface="Lato"/>
              </a:defRPr>
            </a:lvl1pPr>
            <a:lvl2pPr indent="-370840" lvl="1" marL="914400" algn="l">
              <a:lnSpc>
                <a:spcPct val="120000"/>
              </a:lnSpc>
              <a:spcBef>
                <a:spcPts val="500"/>
              </a:spcBef>
              <a:spcAft>
                <a:spcPts val="0"/>
              </a:spcAft>
              <a:buSzPts val="2240"/>
              <a:buChar char="•"/>
              <a:defRPr sz="2000">
                <a:latin typeface="Lato"/>
                <a:ea typeface="Lato"/>
                <a:cs typeface="Lato"/>
                <a:sym typeface="Lato"/>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 name="Google Shape;147;p64"/>
          <p:cNvSpPr txBox="1"/>
          <p:nvPr>
            <p:ph type="title"/>
          </p:nvPr>
        </p:nvSpPr>
        <p:spPr>
          <a:xfrm>
            <a:off x="800100" y="266701"/>
            <a:ext cx="10553700" cy="632152"/>
          </a:xfrm>
          <a:prstGeom prst="rect">
            <a:avLst/>
          </a:prstGeom>
          <a:noFill/>
          <a:ln>
            <a:noFill/>
          </a:ln>
        </p:spPr>
        <p:txBody>
          <a:bodyPr anchorCtr="0" anchor="b" bIns="45700" lIns="0" spcFirstLastPara="1" rIns="91425" wrap="square" tIns="45700">
            <a:normAutofit/>
          </a:bodyPr>
          <a:lstStyle>
            <a:lvl1pPr lvl="0" algn="l">
              <a:lnSpc>
                <a:spcPct val="90000"/>
              </a:lnSpc>
              <a:spcBef>
                <a:spcPts val="0"/>
              </a:spcBef>
              <a:spcAft>
                <a:spcPts val="0"/>
              </a:spcAft>
              <a:buClr>
                <a:srgbClr val="8C1515"/>
              </a:buClr>
              <a:buSzPts val="3200"/>
              <a:buFont typeface="Lato"/>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48" name="Google Shape;148;p64"/>
          <p:cNvCxnSpPr/>
          <p:nvPr/>
        </p:nvCxnSpPr>
        <p:spPr>
          <a:xfrm>
            <a:off x="800100" y="927135"/>
            <a:ext cx="10553700" cy="0"/>
          </a:xfrm>
          <a:prstGeom prst="straightConnector1">
            <a:avLst/>
          </a:prstGeom>
          <a:noFill/>
          <a:ln cap="flat" cmpd="sng" w="9525">
            <a:solidFill>
              <a:srgbClr val="8C1515"/>
            </a:solidFill>
            <a:prstDash val="solid"/>
            <a:miter lim="800000"/>
            <a:headEnd len="sm" w="sm" type="none"/>
            <a:tailEnd len="sm" w="sm" type="none"/>
          </a:ln>
        </p:spPr>
      </p:cxnSp>
      <p:sp>
        <p:nvSpPr>
          <p:cNvPr id="149" name="Google Shape;149;p64"/>
          <p:cNvSpPr txBox="1"/>
          <p:nvPr>
            <p:ph idx="2" type="body"/>
          </p:nvPr>
        </p:nvSpPr>
        <p:spPr>
          <a:xfrm>
            <a:off x="800100" y="1605068"/>
            <a:ext cx="10553700" cy="4452832"/>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600"/>
              <a:buFont typeface="Lato"/>
              <a:buNone/>
              <a:defRPr>
                <a:solidFill>
                  <a:srgbClr val="3F3F3F"/>
                </a:solidFill>
              </a:defRPr>
            </a:lvl1pPr>
            <a:lvl2pPr indent="-342392" lvl="1" marL="914400" algn="l">
              <a:lnSpc>
                <a:spcPct val="120000"/>
              </a:lnSpc>
              <a:spcBef>
                <a:spcPts val="500"/>
              </a:spcBef>
              <a:spcAft>
                <a:spcPts val="0"/>
              </a:spcAft>
              <a:buSzPts val="1792"/>
              <a:buChar char="•"/>
              <a:defRPr>
                <a:solidFill>
                  <a:srgbClr val="3F3F3F"/>
                </a:solidFill>
              </a:defRPr>
            </a:lvl2pPr>
            <a:lvl3pPr indent="-340360" lvl="2" marL="1371600" algn="l">
              <a:lnSpc>
                <a:spcPct val="120000"/>
              </a:lnSpc>
              <a:spcBef>
                <a:spcPts val="500"/>
              </a:spcBef>
              <a:spcAft>
                <a:spcPts val="0"/>
              </a:spcAft>
              <a:buSzPts val="1760"/>
              <a:buChar char="•"/>
              <a:defRPr>
                <a:solidFill>
                  <a:srgbClr val="3F3F3F"/>
                </a:solidFill>
              </a:defRPr>
            </a:lvl3pPr>
            <a:lvl4pPr indent="-328168" lvl="3" marL="1828800" algn="l">
              <a:lnSpc>
                <a:spcPct val="120000"/>
              </a:lnSpc>
              <a:spcBef>
                <a:spcPts val="500"/>
              </a:spcBef>
              <a:spcAft>
                <a:spcPts val="0"/>
              </a:spcAft>
              <a:buSzPts val="1568"/>
              <a:buChar char="•"/>
              <a:defRPr>
                <a:solidFill>
                  <a:srgbClr val="3F3F3F"/>
                </a:solidFill>
              </a:defRPr>
            </a:lvl4pPr>
            <a:lvl5pPr indent="-328168" lvl="4" marL="2286000" algn="l">
              <a:lnSpc>
                <a:spcPct val="120000"/>
              </a:lnSpc>
              <a:spcBef>
                <a:spcPts val="500"/>
              </a:spcBef>
              <a:spcAft>
                <a:spcPts val="0"/>
              </a:spcAft>
              <a:buSzPts val="1568"/>
              <a:buChar char="•"/>
              <a:defRPr>
                <a:solidFill>
                  <a:srgbClr val="3F3F3F"/>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64"/>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4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1" name="Shape 151"/>
        <p:cNvGrpSpPr/>
        <p:nvPr/>
      </p:nvGrpSpPr>
      <p:grpSpPr>
        <a:xfrm>
          <a:off x="0" y="0"/>
          <a:ext cx="0" cy="0"/>
          <a:chOff x="0" y="0"/>
          <a:chExt cx="0" cy="0"/>
        </a:xfrm>
      </p:grpSpPr>
      <p:pic>
        <p:nvPicPr>
          <p:cNvPr id="152" name="Google Shape;152;p66"/>
          <p:cNvPicPr preferRelativeResize="0"/>
          <p:nvPr/>
        </p:nvPicPr>
        <p:blipFill rotWithShape="1">
          <a:blip r:embed="rId2">
            <a:alphaModFix/>
          </a:blip>
          <a:srcRect b="0" l="0" r="0" t="0"/>
          <a:stretch/>
        </p:blipFill>
        <p:spPr>
          <a:xfrm>
            <a:off x="3048001" y="0"/>
            <a:ext cx="9144025" cy="1252733"/>
          </a:xfrm>
          <a:prstGeom prst="rect">
            <a:avLst/>
          </a:prstGeom>
          <a:noFill/>
          <a:ln>
            <a:noFill/>
          </a:ln>
        </p:spPr>
      </p:pic>
      <p:pic>
        <p:nvPicPr>
          <p:cNvPr id="153" name="Google Shape;153;p66"/>
          <p:cNvPicPr preferRelativeResize="0"/>
          <p:nvPr/>
        </p:nvPicPr>
        <p:blipFill rotWithShape="1">
          <a:blip r:embed="rId3">
            <a:alphaModFix/>
          </a:blip>
          <a:srcRect b="0" l="0" r="0" t="0"/>
          <a:stretch/>
        </p:blipFill>
        <p:spPr>
          <a:xfrm>
            <a:off x="29" y="821945"/>
            <a:ext cx="11580392" cy="270256"/>
          </a:xfrm>
          <a:prstGeom prst="rect">
            <a:avLst/>
          </a:prstGeom>
          <a:noFill/>
          <a:ln>
            <a:noFill/>
          </a:ln>
        </p:spPr>
      </p:pic>
      <p:sp>
        <p:nvSpPr>
          <p:cNvPr id="154" name="Google Shape;154;p66"/>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155" name="Google Shape;155;p66"/>
          <p:cNvSpPr txBox="1"/>
          <p:nvPr>
            <p:ph type="title"/>
          </p:nvPr>
        </p:nvSpPr>
        <p:spPr>
          <a:xfrm>
            <a:off x="800100" y="636586"/>
            <a:ext cx="10553700" cy="1074519"/>
          </a:xfrm>
          <a:prstGeom prst="rect">
            <a:avLst/>
          </a:prstGeom>
          <a:noFill/>
          <a:ln>
            <a:noFill/>
          </a:ln>
        </p:spPr>
        <p:txBody>
          <a:bodyPr anchorCtr="0" anchor="b" bIns="45700" lIns="0" spcFirstLastPara="1" rIns="91425" wrap="square" tIns="45700">
            <a:noAutofit/>
          </a:bodyPr>
          <a:lstStyle>
            <a:lvl1pPr lvl="0" algn="l">
              <a:lnSpc>
                <a:spcPct val="90000"/>
              </a:lnSpc>
              <a:spcBef>
                <a:spcPts val="0"/>
              </a:spcBef>
              <a:spcAft>
                <a:spcPts val="0"/>
              </a:spcAft>
              <a:buClr>
                <a:srgbClr val="8C1515"/>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66"/>
          <p:cNvSpPr txBox="1"/>
          <p:nvPr>
            <p:ph idx="1" type="body"/>
          </p:nvPr>
        </p:nvSpPr>
        <p:spPr>
          <a:xfrm>
            <a:off x="609600" y="1243584"/>
            <a:ext cx="10811934" cy="5065523"/>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Clr>
                <a:srgbClr val="981E32"/>
              </a:buClr>
              <a:buSzPts val="1600"/>
              <a:buFont typeface="Lato"/>
              <a:buNone/>
              <a:defRPr/>
            </a:lvl1pPr>
            <a:lvl2pPr indent="-437198" lvl="1" marL="914400" algn="l">
              <a:lnSpc>
                <a:spcPct val="120000"/>
              </a:lnSpc>
              <a:spcBef>
                <a:spcPts val="0"/>
              </a:spcBef>
              <a:spcAft>
                <a:spcPts val="0"/>
              </a:spcAft>
              <a:buClr>
                <a:srgbClr val="981E32"/>
              </a:buClr>
              <a:buSzPts val="3285"/>
              <a:buChar char="•"/>
              <a:defRPr sz="2933"/>
            </a:lvl2pPr>
            <a:lvl3pPr indent="-340360" lvl="2" marL="1371600" algn="l">
              <a:lnSpc>
                <a:spcPct val="120000"/>
              </a:lnSpc>
              <a:spcBef>
                <a:spcPts val="500"/>
              </a:spcBef>
              <a:spcAft>
                <a:spcPts val="0"/>
              </a:spcAft>
              <a:buClr>
                <a:srgbClr val="981E32"/>
              </a:buClr>
              <a:buSzPts val="1760"/>
              <a:buChar char="•"/>
              <a:defRPr/>
            </a:lvl3pPr>
            <a:lvl4pPr indent="-399288" lvl="3" marL="1828800" algn="l">
              <a:lnSpc>
                <a:spcPct val="120000"/>
              </a:lnSpc>
              <a:spcBef>
                <a:spcPts val="500"/>
              </a:spcBef>
              <a:spcAft>
                <a:spcPts val="0"/>
              </a:spcAft>
              <a:buClr>
                <a:srgbClr val="981E32"/>
              </a:buClr>
              <a:buSzPts val="2688"/>
              <a:buChar char="•"/>
              <a:defRPr sz="2400"/>
            </a:lvl4pPr>
            <a:lvl5pPr indent="-380302" lvl="4" marL="2286000" algn="l">
              <a:lnSpc>
                <a:spcPct val="120000"/>
              </a:lnSpc>
              <a:spcBef>
                <a:spcPts val="500"/>
              </a:spcBef>
              <a:spcAft>
                <a:spcPts val="0"/>
              </a:spcAft>
              <a:buClr>
                <a:srgbClr val="981E32"/>
              </a:buClr>
              <a:buSzPts val="2389"/>
              <a:buChar char="•"/>
              <a:defRPr sz="2133"/>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 Option 4C - Printable" showMasterSp="0">
  <p:cSld name="1_Title Slide - Option 4C - Printable">
    <p:bg>
      <p:bgPr>
        <a:blipFill>
          <a:blip r:embed="rId2">
            <a:alphaModFix/>
          </a:blip>
          <a:stretch>
            <a:fillRect/>
          </a:stretch>
        </a:blipFill>
      </p:bgPr>
    </p:bg>
    <p:spTree>
      <p:nvGrpSpPr>
        <p:cNvPr id="157" name="Shape 157"/>
        <p:cNvGrpSpPr/>
        <p:nvPr/>
      </p:nvGrpSpPr>
      <p:grpSpPr>
        <a:xfrm>
          <a:off x="0" y="0"/>
          <a:ext cx="0" cy="0"/>
          <a:chOff x="0" y="0"/>
          <a:chExt cx="0" cy="0"/>
        </a:xfrm>
      </p:grpSpPr>
      <p:pic>
        <p:nvPicPr>
          <p:cNvPr id="158" name="Google Shape;158;p67"/>
          <p:cNvPicPr preferRelativeResize="0"/>
          <p:nvPr/>
        </p:nvPicPr>
        <p:blipFill rotWithShape="1">
          <a:blip r:embed="rId3">
            <a:alphaModFix/>
          </a:blip>
          <a:srcRect b="0" l="0" r="0" t="0"/>
          <a:stretch/>
        </p:blipFill>
        <p:spPr>
          <a:xfrm>
            <a:off x="759786" y="6147835"/>
            <a:ext cx="1734821" cy="331193"/>
          </a:xfrm>
          <a:prstGeom prst="rect">
            <a:avLst/>
          </a:prstGeom>
          <a:noFill/>
          <a:ln>
            <a:noFill/>
          </a:ln>
        </p:spPr>
      </p:pic>
      <p:sp>
        <p:nvSpPr>
          <p:cNvPr id="159" name="Google Shape;159;p67"/>
          <p:cNvSpPr txBox="1"/>
          <p:nvPr>
            <p:ph idx="1" type="body"/>
          </p:nvPr>
        </p:nvSpPr>
        <p:spPr>
          <a:xfrm>
            <a:off x="800100" y="638271"/>
            <a:ext cx="6449112" cy="2246574"/>
          </a:xfrm>
          <a:prstGeom prst="rect">
            <a:avLst/>
          </a:prstGeom>
          <a:noFill/>
          <a:ln>
            <a:noFill/>
          </a:ln>
        </p:spPr>
        <p:txBody>
          <a:bodyPr anchorCtr="0" anchor="b" bIns="45700" lIns="0" spcFirstLastPara="1" rIns="91425" wrap="square" tIns="45700">
            <a:normAutofit/>
          </a:bodyPr>
          <a:lstStyle>
            <a:lvl1pPr indent="-228600" lvl="0" marL="457200" algn="l">
              <a:lnSpc>
                <a:spcPct val="120000"/>
              </a:lnSpc>
              <a:spcBef>
                <a:spcPts val="1000"/>
              </a:spcBef>
              <a:spcAft>
                <a:spcPts val="0"/>
              </a:spcAft>
              <a:buSzPts val="4800"/>
              <a:buFont typeface="Lato"/>
              <a:buNone/>
              <a:defRPr b="1" sz="4800">
                <a:solidFill>
                  <a:srgbClr val="8C1515"/>
                </a:solidFill>
              </a:defRPr>
            </a:lvl1pPr>
            <a:lvl2pPr indent="-342392" lvl="1" marL="914400" algn="l">
              <a:lnSpc>
                <a:spcPct val="120000"/>
              </a:lnSpc>
              <a:spcBef>
                <a:spcPts val="500"/>
              </a:spcBef>
              <a:spcAft>
                <a:spcPts val="0"/>
              </a:spcAft>
              <a:buSzPts val="1792"/>
              <a:buChar char="•"/>
              <a:defRPr>
                <a:solidFill>
                  <a:schemeClr val="lt1"/>
                </a:solidFill>
              </a:defRPr>
            </a:lvl2pPr>
            <a:lvl3pPr indent="-340360" lvl="2" marL="1371600" algn="l">
              <a:lnSpc>
                <a:spcPct val="120000"/>
              </a:lnSpc>
              <a:spcBef>
                <a:spcPts val="500"/>
              </a:spcBef>
              <a:spcAft>
                <a:spcPts val="0"/>
              </a:spcAft>
              <a:buSzPts val="1760"/>
              <a:buChar char="•"/>
              <a:defRPr>
                <a:solidFill>
                  <a:schemeClr val="lt1"/>
                </a:solidFill>
              </a:defRPr>
            </a:lvl3pPr>
            <a:lvl4pPr indent="-328168" lvl="3" marL="1828800" algn="l">
              <a:lnSpc>
                <a:spcPct val="120000"/>
              </a:lnSpc>
              <a:spcBef>
                <a:spcPts val="500"/>
              </a:spcBef>
              <a:spcAft>
                <a:spcPts val="0"/>
              </a:spcAft>
              <a:buSzPts val="1568"/>
              <a:buChar char="•"/>
              <a:defRPr>
                <a:solidFill>
                  <a:schemeClr val="lt1"/>
                </a:solidFill>
              </a:defRPr>
            </a:lvl4pPr>
            <a:lvl5pPr indent="-328168" lvl="4" marL="2286000" algn="l">
              <a:lnSpc>
                <a:spcPct val="12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60" name="Google Shape;160;p67"/>
          <p:cNvCxnSpPr/>
          <p:nvPr/>
        </p:nvCxnSpPr>
        <p:spPr>
          <a:xfrm>
            <a:off x="0" y="5868971"/>
            <a:ext cx="12192000" cy="0"/>
          </a:xfrm>
          <a:prstGeom prst="straightConnector1">
            <a:avLst/>
          </a:prstGeom>
          <a:noFill/>
          <a:ln cap="flat" cmpd="sng" w="9525">
            <a:solidFill>
              <a:srgbClr val="3F3F3F"/>
            </a:solidFill>
            <a:prstDash val="solid"/>
            <a:miter lim="800000"/>
            <a:headEnd len="sm" w="sm" type="none"/>
            <a:tailEnd len="sm" w="sm" type="none"/>
          </a:ln>
        </p:spPr>
      </p:cxnSp>
      <p:sp>
        <p:nvSpPr>
          <p:cNvPr id="161" name="Google Shape;161;p67"/>
          <p:cNvSpPr txBox="1"/>
          <p:nvPr>
            <p:ph idx="2" type="body"/>
          </p:nvPr>
        </p:nvSpPr>
        <p:spPr>
          <a:xfrm>
            <a:off x="800100" y="2903265"/>
            <a:ext cx="6553200" cy="505405"/>
          </a:xfrm>
          <a:prstGeom prst="rect">
            <a:avLst/>
          </a:prstGeom>
          <a:noFill/>
          <a:ln>
            <a:noFill/>
          </a:ln>
        </p:spPr>
        <p:txBody>
          <a:bodyPr anchorCtr="0" anchor="b" bIns="45700" lIns="0" spcFirstLastPara="1" rIns="91425" wrap="square" tIns="45700">
            <a:noAutofit/>
          </a:bodyPr>
          <a:lstStyle>
            <a:lvl1pPr indent="-228600" lvl="0" marL="457200" algn="l">
              <a:lnSpc>
                <a:spcPct val="120000"/>
              </a:lnSpc>
              <a:spcBef>
                <a:spcPts val="1000"/>
              </a:spcBef>
              <a:spcAft>
                <a:spcPts val="0"/>
              </a:spcAft>
              <a:buSzPts val="2800"/>
              <a:buFont typeface="Lato"/>
              <a:buNone/>
              <a:defRPr sz="2800">
                <a:solidFill>
                  <a:srgbClr val="3F3F3F"/>
                </a:solidFill>
              </a:defRPr>
            </a:lvl1pPr>
            <a:lvl2pPr indent="-342392" lvl="1" marL="914400" algn="l">
              <a:lnSpc>
                <a:spcPct val="120000"/>
              </a:lnSpc>
              <a:spcBef>
                <a:spcPts val="500"/>
              </a:spcBef>
              <a:spcAft>
                <a:spcPts val="0"/>
              </a:spcAft>
              <a:buSzPts val="1792"/>
              <a:buChar char="•"/>
              <a:defRPr>
                <a:solidFill>
                  <a:schemeClr val="lt1"/>
                </a:solidFill>
              </a:defRPr>
            </a:lvl2pPr>
            <a:lvl3pPr indent="-340360" lvl="2" marL="1371600" algn="l">
              <a:lnSpc>
                <a:spcPct val="120000"/>
              </a:lnSpc>
              <a:spcBef>
                <a:spcPts val="500"/>
              </a:spcBef>
              <a:spcAft>
                <a:spcPts val="0"/>
              </a:spcAft>
              <a:buSzPts val="1760"/>
              <a:buChar char="•"/>
              <a:defRPr>
                <a:solidFill>
                  <a:schemeClr val="lt1"/>
                </a:solidFill>
              </a:defRPr>
            </a:lvl3pPr>
            <a:lvl4pPr indent="-328168" lvl="3" marL="1828800" algn="l">
              <a:lnSpc>
                <a:spcPct val="120000"/>
              </a:lnSpc>
              <a:spcBef>
                <a:spcPts val="500"/>
              </a:spcBef>
              <a:spcAft>
                <a:spcPts val="0"/>
              </a:spcAft>
              <a:buSzPts val="1568"/>
              <a:buChar char="•"/>
              <a:defRPr>
                <a:solidFill>
                  <a:schemeClr val="lt1"/>
                </a:solidFill>
              </a:defRPr>
            </a:lvl4pPr>
            <a:lvl5pPr indent="-328168" lvl="4" marL="2286000" algn="l">
              <a:lnSpc>
                <a:spcPct val="12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 name="Google Shape;162;p67"/>
          <p:cNvSpPr txBox="1"/>
          <p:nvPr>
            <p:ph idx="3" type="body"/>
          </p:nvPr>
        </p:nvSpPr>
        <p:spPr>
          <a:xfrm>
            <a:off x="800100" y="3836713"/>
            <a:ext cx="6553200" cy="416343"/>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800"/>
              <a:buFont typeface="Lato"/>
              <a:buNone/>
              <a:defRPr sz="1800">
                <a:solidFill>
                  <a:srgbClr val="3F3F3F"/>
                </a:solidFill>
              </a:defRPr>
            </a:lvl1pPr>
            <a:lvl2pPr indent="-342392" lvl="1" marL="914400" algn="l">
              <a:lnSpc>
                <a:spcPct val="120000"/>
              </a:lnSpc>
              <a:spcBef>
                <a:spcPts val="500"/>
              </a:spcBef>
              <a:spcAft>
                <a:spcPts val="0"/>
              </a:spcAft>
              <a:buSzPts val="1792"/>
              <a:buChar char="•"/>
              <a:defRPr>
                <a:solidFill>
                  <a:schemeClr val="lt1"/>
                </a:solidFill>
              </a:defRPr>
            </a:lvl2pPr>
            <a:lvl3pPr indent="-340360" lvl="2" marL="1371600" algn="l">
              <a:lnSpc>
                <a:spcPct val="120000"/>
              </a:lnSpc>
              <a:spcBef>
                <a:spcPts val="500"/>
              </a:spcBef>
              <a:spcAft>
                <a:spcPts val="0"/>
              </a:spcAft>
              <a:buSzPts val="1760"/>
              <a:buChar char="•"/>
              <a:defRPr>
                <a:solidFill>
                  <a:schemeClr val="lt1"/>
                </a:solidFill>
              </a:defRPr>
            </a:lvl3pPr>
            <a:lvl4pPr indent="-328168" lvl="3" marL="1828800" algn="l">
              <a:lnSpc>
                <a:spcPct val="120000"/>
              </a:lnSpc>
              <a:spcBef>
                <a:spcPts val="500"/>
              </a:spcBef>
              <a:spcAft>
                <a:spcPts val="0"/>
              </a:spcAft>
              <a:buSzPts val="1568"/>
              <a:buChar char="•"/>
              <a:defRPr>
                <a:solidFill>
                  <a:schemeClr val="lt1"/>
                </a:solidFill>
              </a:defRPr>
            </a:lvl4pPr>
            <a:lvl5pPr indent="-328168" lvl="4" marL="2286000" algn="l">
              <a:lnSpc>
                <a:spcPct val="120000"/>
              </a:lnSpc>
              <a:spcBef>
                <a:spcPts val="500"/>
              </a:spcBef>
              <a:spcAft>
                <a:spcPts val="0"/>
              </a:spcAft>
              <a:buSzPts val="1568"/>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 name="Google Shape;163;p67"/>
          <p:cNvSpPr txBox="1"/>
          <p:nvPr>
            <p:ph idx="4" type="body"/>
          </p:nvPr>
        </p:nvSpPr>
        <p:spPr>
          <a:xfrm>
            <a:off x="800100" y="4260940"/>
            <a:ext cx="6553200" cy="416337"/>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800"/>
              <a:buFont typeface="Lato"/>
              <a:buNone/>
              <a:defRPr b="0" i="0" sz="1800">
                <a:solidFill>
                  <a:srgbClr val="3F3F3F"/>
                </a:solidFill>
                <a:latin typeface="Lato"/>
                <a:ea typeface="Lato"/>
                <a:cs typeface="Lato"/>
                <a:sym typeface="Lato"/>
              </a:defRPr>
            </a:lvl1pPr>
            <a:lvl2pPr indent="-342392" lvl="1" marL="914400" algn="l">
              <a:lnSpc>
                <a:spcPct val="120000"/>
              </a:lnSpc>
              <a:spcBef>
                <a:spcPts val="500"/>
              </a:spcBef>
              <a:spcAft>
                <a:spcPts val="0"/>
              </a:spcAft>
              <a:buSzPts val="1792"/>
              <a:buChar char="•"/>
              <a:defRPr>
                <a:solidFill>
                  <a:srgbClr val="00B0F0"/>
                </a:solidFill>
              </a:defRPr>
            </a:lvl2pPr>
            <a:lvl3pPr indent="-340360" lvl="2" marL="1371600" algn="l">
              <a:lnSpc>
                <a:spcPct val="120000"/>
              </a:lnSpc>
              <a:spcBef>
                <a:spcPts val="500"/>
              </a:spcBef>
              <a:spcAft>
                <a:spcPts val="0"/>
              </a:spcAft>
              <a:buSzPts val="1760"/>
              <a:buChar char="•"/>
              <a:defRPr>
                <a:solidFill>
                  <a:srgbClr val="00B0F0"/>
                </a:solidFill>
              </a:defRPr>
            </a:lvl3pPr>
            <a:lvl4pPr indent="-328168" lvl="3" marL="1828800" algn="l">
              <a:lnSpc>
                <a:spcPct val="120000"/>
              </a:lnSpc>
              <a:spcBef>
                <a:spcPts val="500"/>
              </a:spcBef>
              <a:spcAft>
                <a:spcPts val="0"/>
              </a:spcAft>
              <a:buSzPts val="1568"/>
              <a:buChar char="•"/>
              <a:defRPr>
                <a:solidFill>
                  <a:srgbClr val="00B0F0"/>
                </a:solidFill>
              </a:defRPr>
            </a:lvl4pPr>
            <a:lvl5pPr indent="-328168" lvl="4" marL="2286000" algn="l">
              <a:lnSpc>
                <a:spcPct val="120000"/>
              </a:lnSpc>
              <a:spcBef>
                <a:spcPts val="500"/>
              </a:spcBef>
              <a:spcAft>
                <a:spcPts val="0"/>
              </a:spcAft>
              <a:buSzPts val="1568"/>
              <a:buChar char="•"/>
              <a:defRPr>
                <a:solidFill>
                  <a:srgbClr val="00B0F0"/>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64" name="Google Shape;164;p67"/>
          <p:cNvPicPr preferRelativeResize="0"/>
          <p:nvPr/>
        </p:nvPicPr>
        <p:blipFill rotWithShape="1">
          <a:blip r:embed="rId4">
            <a:alphaModFix/>
          </a:blip>
          <a:srcRect b="0" l="0" r="0" t="0"/>
          <a:stretch/>
        </p:blipFill>
        <p:spPr>
          <a:xfrm>
            <a:off x="9346869" y="6156021"/>
            <a:ext cx="2022942" cy="337157"/>
          </a:xfrm>
          <a:prstGeom prst="rect">
            <a:avLst/>
          </a:prstGeom>
          <a:noFill/>
          <a:ln>
            <a:noFill/>
          </a:ln>
        </p:spPr>
      </p:pic>
    </p:spTree>
  </p:cSld>
  <p:clrMapOvr>
    <a:masterClrMapping/>
  </p:clrMapOvr>
  <p:extLst>
    <p:ext uri="{DCECCB84-F9BA-43D5-87BE-67443E8EF086}">
      <p15:sldGuideLst>
        <p15:guide id="1" pos="4632">
          <p15:clr>
            <a:srgbClr val="FBAE40"/>
          </p15:clr>
        </p15:guide>
        <p15:guide id="2" orient="horz" pos="2160">
          <p15:clr>
            <a:srgbClr val="FBAE40"/>
          </p15:clr>
        </p15:guide>
        <p15:guide id="3" orient="horz" pos="3696">
          <p15:clr>
            <a:srgbClr val="FBAE40"/>
          </p15:clr>
        </p15:guide>
        <p15:guide id="4" orient="horz" pos="26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Option 2">
  <p:cSld name="Agenda - Option 2">
    <p:spTree>
      <p:nvGrpSpPr>
        <p:cNvPr id="165" name="Shape 165"/>
        <p:cNvGrpSpPr/>
        <p:nvPr/>
      </p:nvGrpSpPr>
      <p:grpSpPr>
        <a:xfrm>
          <a:off x="0" y="0"/>
          <a:ext cx="0" cy="0"/>
          <a:chOff x="0" y="0"/>
          <a:chExt cx="0" cy="0"/>
        </a:xfrm>
      </p:grpSpPr>
      <p:sp>
        <p:nvSpPr>
          <p:cNvPr id="166" name="Google Shape;166;p79"/>
          <p:cNvSpPr txBox="1"/>
          <p:nvPr>
            <p:ph idx="1" type="body"/>
          </p:nvPr>
        </p:nvSpPr>
        <p:spPr>
          <a:xfrm>
            <a:off x="4383050" y="723007"/>
            <a:ext cx="1712950" cy="325827"/>
          </a:xfrm>
          <a:prstGeom prst="rect">
            <a:avLst/>
          </a:prstGeom>
          <a:noFill/>
          <a:ln>
            <a:noFill/>
          </a:ln>
        </p:spPr>
        <p:txBody>
          <a:bodyPr anchorCtr="0" anchor="t" bIns="45700" lIns="0" spcFirstLastPara="1" rIns="91425" wrap="square" tIns="45700">
            <a:normAutofit/>
          </a:bodyPr>
          <a:lstStyle>
            <a:lvl1pPr indent="-228600" lvl="0" marL="457200" algn="l">
              <a:lnSpc>
                <a:spcPct val="135714"/>
              </a:lnSpc>
              <a:spcBef>
                <a:spcPts val="0"/>
              </a:spcBef>
              <a:spcAft>
                <a:spcPts val="0"/>
              </a:spcAft>
              <a:buSzPts val="1400"/>
              <a:buFont typeface="Lato"/>
              <a:buNone/>
              <a:defRPr b="1" i="0" sz="1400">
                <a:solidFill>
                  <a:srgbClr val="B83A4B"/>
                </a:solidFill>
                <a:latin typeface="Lato"/>
                <a:ea typeface="Lato"/>
                <a:cs typeface="Lato"/>
                <a:sym typeface="Lato"/>
              </a:defRPr>
            </a:lvl1pPr>
            <a:lvl2pPr indent="-228600" lvl="1" marL="914400" algn="l">
              <a:lnSpc>
                <a:spcPct val="120000"/>
              </a:lnSpc>
              <a:spcBef>
                <a:spcPts val="500"/>
              </a:spcBef>
              <a:spcAft>
                <a:spcPts val="0"/>
              </a:spcAft>
              <a:buSzPts val="2240"/>
              <a:buNone/>
              <a:defRPr sz="2000">
                <a:solidFill>
                  <a:srgbClr val="888888"/>
                </a:solidFill>
              </a:defRPr>
            </a:lvl2pPr>
            <a:lvl3pPr indent="-228600" lvl="2" marL="1371600" algn="l">
              <a:lnSpc>
                <a:spcPct val="120000"/>
              </a:lnSpc>
              <a:spcBef>
                <a:spcPts val="500"/>
              </a:spcBef>
              <a:spcAft>
                <a:spcPts val="0"/>
              </a:spcAft>
              <a:buSzPts val="1980"/>
              <a:buNone/>
              <a:defRPr sz="1800">
                <a:solidFill>
                  <a:srgbClr val="888888"/>
                </a:solidFill>
              </a:defRPr>
            </a:lvl3pPr>
            <a:lvl4pPr indent="-228600" lvl="3" marL="1828800" algn="l">
              <a:lnSpc>
                <a:spcPct val="120000"/>
              </a:lnSpc>
              <a:spcBef>
                <a:spcPts val="500"/>
              </a:spcBef>
              <a:spcAft>
                <a:spcPts val="0"/>
              </a:spcAft>
              <a:buSzPts val="1792"/>
              <a:buNone/>
              <a:defRPr sz="1600">
                <a:solidFill>
                  <a:srgbClr val="888888"/>
                </a:solidFill>
              </a:defRPr>
            </a:lvl4pPr>
            <a:lvl5pPr indent="-228600" lvl="4" marL="2286000" algn="l">
              <a:lnSpc>
                <a:spcPct val="120000"/>
              </a:lnSpc>
              <a:spcBef>
                <a:spcPts val="500"/>
              </a:spcBef>
              <a:spcAft>
                <a:spcPts val="0"/>
              </a:spcAft>
              <a:buSzPts val="1792"/>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67" name="Google Shape;167;p79"/>
          <p:cNvSpPr txBox="1"/>
          <p:nvPr>
            <p:ph idx="2" type="body"/>
          </p:nvPr>
        </p:nvSpPr>
        <p:spPr>
          <a:xfrm>
            <a:off x="6096001" y="722981"/>
            <a:ext cx="5295899" cy="325853"/>
          </a:xfrm>
          <a:prstGeom prst="rect">
            <a:avLst/>
          </a:prstGeom>
          <a:noFill/>
          <a:ln>
            <a:noFill/>
          </a:ln>
        </p:spPr>
        <p:txBody>
          <a:bodyPr anchorCtr="0" anchor="t" bIns="45700" lIns="0" spcFirstLastPara="1" rIns="91425" wrap="square" tIns="45700">
            <a:noAutofit/>
          </a:bodyPr>
          <a:lstStyle>
            <a:lvl1pPr indent="-228600" lvl="0" marL="457200" algn="l">
              <a:lnSpc>
                <a:spcPct val="118750"/>
              </a:lnSpc>
              <a:spcBef>
                <a:spcPts val="0"/>
              </a:spcBef>
              <a:spcAft>
                <a:spcPts val="0"/>
              </a:spcAft>
              <a:buSzPts val="1600"/>
              <a:buFont typeface="Lato"/>
              <a:buNone/>
              <a:defRPr b="1" i="0" sz="1600">
                <a:solidFill>
                  <a:srgbClr val="3F3F3F"/>
                </a:solidFill>
                <a:latin typeface="Lato"/>
                <a:ea typeface="Lato"/>
                <a:cs typeface="Lato"/>
                <a:sym typeface="Lato"/>
              </a:defRPr>
            </a:lvl1pPr>
            <a:lvl2pPr indent="-228600" lvl="1" marL="914400" algn="l">
              <a:lnSpc>
                <a:spcPct val="142857"/>
              </a:lnSpc>
              <a:spcBef>
                <a:spcPts val="500"/>
              </a:spcBef>
              <a:spcAft>
                <a:spcPts val="0"/>
              </a:spcAft>
              <a:buSzPts val="1568"/>
              <a:buNone/>
              <a:defRPr b="0" i="1" sz="1400">
                <a:latin typeface="Montserrat"/>
                <a:ea typeface="Montserrat"/>
                <a:cs typeface="Montserrat"/>
                <a:sym typeface="Montserrat"/>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 name="Google Shape;168;p79"/>
          <p:cNvSpPr txBox="1"/>
          <p:nvPr>
            <p:ph idx="3" type="body"/>
          </p:nvPr>
        </p:nvSpPr>
        <p:spPr>
          <a:xfrm>
            <a:off x="6096001" y="1048833"/>
            <a:ext cx="5295899" cy="376157"/>
          </a:xfrm>
          <a:prstGeom prst="rect">
            <a:avLst/>
          </a:prstGeom>
          <a:noFill/>
          <a:ln>
            <a:noFill/>
          </a:ln>
        </p:spPr>
        <p:txBody>
          <a:bodyPr anchorCtr="0" anchor="t" bIns="45700" lIns="0" spcFirstLastPara="1" rIns="91425" wrap="square" tIns="45700">
            <a:normAutofit/>
          </a:bodyPr>
          <a:lstStyle>
            <a:lvl1pPr indent="-228600" lvl="0" marL="457200" algn="l">
              <a:lnSpc>
                <a:spcPct val="135714"/>
              </a:lnSpc>
              <a:spcBef>
                <a:spcPts val="600"/>
              </a:spcBef>
              <a:spcAft>
                <a:spcPts val="0"/>
              </a:spcAft>
              <a:buSzPts val="1400"/>
              <a:buFont typeface="Lato"/>
              <a:buNone/>
              <a:defRPr b="0" i="0" sz="1400">
                <a:solidFill>
                  <a:srgbClr val="3F3F3F"/>
                </a:solidFill>
                <a:latin typeface="Lato"/>
                <a:ea typeface="Lato"/>
                <a:cs typeface="Lato"/>
                <a:sym typeface="Lato"/>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 name="Google Shape;169;p79"/>
          <p:cNvSpPr txBox="1"/>
          <p:nvPr>
            <p:ph idx="4" type="body"/>
          </p:nvPr>
        </p:nvSpPr>
        <p:spPr>
          <a:xfrm>
            <a:off x="4383050" y="1520675"/>
            <a:ext cx="1712950" cy="325827"/>
          </a:xfrm>
          <a:prstGeom prst="rect">
            <a:avLst/>
          </a:prstGeom>
          <a:noFill/>
          <a:ln>
            <a:noFill/>
          </a:ln>
        </p:spPr>
        <p:txBody>
          <a:bodyPr anchorCtr="0" anchor="t" bIns="45700" lIns="0" spcFirstLastPara="1" rIns="91425" wrap="square" tIns="45700">
            <a:normAutofit/>
          </a:bodyPr>
          <a:lstStyle>
            <a:lvl1pPr indent="-228600" lvl="0" marL="457200" algn="l">
              <a:lnSpc>
                <a:spcPct val="135714"/>
              </a:lnSpc>
              <a:spcBef>
                <a:spcPts val="0"/>
              </a:spcBef>
              <a:spcAft>
                <a:spcPts val="0"/>
              </a:spcAft>
              <a:buSzPts val="1400"/>
              <a:buFont typeface="Lato"/>
              <a:buNone/>
              <a:defRPr b="1" i="0" sz="1400">
                <a:solidFill>
                  <a:srgbClr val="B83A4B"/>
                </a:solidFill>
                <a:latin typeface="Lato"/>
                <a:ea typeface="Lato"/>
                <a:cs typeface="Lato"/>
                <a:sym typeface="Lato"/>
              </a:defRPr>
            </a:lvl1pPr>
            <a:lvl2pPr indent="-228600" lvl="1" marL="914400" algn="l">
              <a:lnSpc>
                <a:spcPct val="120000"/>
              </a:lnSpc>
              <a:spcBef>
                <a:spcPts val="500"/>
              </a:spcBef>
              <a:spcAft>
                <a:spcPts val="0"/>
              </a:spcAft>
              <a:buSzPts val="2240"/>
              <a:buNone/>
              <a:defRPr sz="2000">
                <a:solidFill>
                  <a:srgbClr val="888888"/>
                </a:solidFill>
              </a:defRPr>
            </a:lvl2pPr>
            <a:lvl3pPr indent="-228600" lvl="2" marL="1371600" algn="l">
              <a:lnSpc>
                <a:spcPct val="120000"/>
              </a:lnSpc>
              <a:spcBef>
                <a:spcPts val="500"/>
              </a:spcBef>
              <a:spcAft>
                <a:spcPts val="0"/>
              </a:spcAft>
              <a:buSzPts val="1980"/>
              <a:buNone/>
              <a:defRPr sz="1800">
                <a:solidFill>
                  <a:srgbClr val="888888"/>
                </a:solidFill>
              </a:defRPr>
            </a:lvl3pPr>
            <a:lvl4pPr indent="-228600" lvl="3" marL="1828800" algn="l">
              <a:lnSpc>
                <a:spcPct val="120000"/>
              </a:lnSpc>
              <a:spcBef>
                <a:spcPts val="500"/>
              </a:spcBef>
              <a:spcAft>
                <a:spcPts val="0"/>
              </a:spcAft>
              <a:buSzPts val="1792"/>
              <a:buNone/>
              <a:defRPr sz="1600">
                <a:solidFill>
                  <a:srgbClr val="888888"/>
                </a:solidFill>
              </a:defRPr>
            </a:lvl4pPr>
            <a:lvl5pPr indent="-228600" lvl="4" marL="2286000" algn="l">
              <a:lnSpc>
                <a:spcPct val="120000"/>
              </a:lnSpc>
              <a:spcBef>
                <a:spcPts val="500"/>
              </a:spcBef>
              <a:spcAft>
                <a:spcPts val="0"/>
              </a:spcAft>
              <a:buSzPts val="1792"/>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70" name="Google Shape;170;p79"/>
          <p:cNvSpPr txBox="1"/>
          <p:nvPr>
            <p:ph idx="5" type="body"/>
          </p:nvPr>
        </p:nvSpPr>
        <p:spPr>
          <a:xfrm>
            <a:off x="6096001" y="1520649"/>
            <a:ext cx="5295899" cy="325853"/>
          </a:xfrm>
          <a:prstGeom prst="rect">
            <a:avLst/>
          </a:prstGeom>
          <a:noFill/>
          <a:ln>
            <a:noFill/>
          </a:ln>
        </p:spPr>
        <p:txBody>
          <a:bodyPr anchorCtr="0" anchor="t" bIns="45700" lIns="0" spcFirstLastPara="1" rIns="91425" wrap="square" tIns="45700">
            <a:noAutofit/>
          </a:bodyPr>
          <a:lstStyle>
            <a:lvl1pPr indent="-228600" lvl="0" marL="457200" algn="l">
              <a:lnSpc>
                <a:spcPct val="118750"/>
              </a:lnSpc>
              <a:spcBef>
                <a:spcPts val="0"/>
              </a:spcBef>
              <a:spcAft>
                <a:spcPts val="0"/>
              </a:spcAft>
              <a:buSzPts val="1600"/>
              <a:buFont typeface="Lato"/>
              <a:buNone/>
              <a:defRPr b="1" i="0" sz="1600">
                <a:solidFill>
                  <a:srgbClr val="3F3F3F"/>
                </a:solidFill>
                <a:latin typeface="Lato"/>
                <a:ea typeface="Lato"/>
                <a:cs typeface="Lato"/>
                <a:sym typeface="Lato"/>
              </a:defRPr>
            </a:lvl1pPr>
            <a:lvl2pPr indent="-228600" lvl="1" marL="914400" algn="l">
              <a:lnSpc>
                <a:spcPct val="142857"/>
              </a:lnSpc>
              <a:spcBef>
                <a:spcPts val="500"/>
              </a:spcBef>
              <a:spcAft>
                <a:spcPts val="0"/>
              </a:spcAft>
              <a:buSzPts val="1568"/>
              <a:buNone/>
              <a:defRPr b="0" i="1" sz="1400">
                <a:latin typeface="Montserrat"/>
                <a:ea typeface="Montserrat"/>
                <a:cs typeface="Montserrat"/>
                <a:sym typeface="Montserrat"/>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 name="Google Shape;171;p79"/>
          <p:cNvSpPr txBox="1"/>
          <p:nvPr>
            <p:ph idx="6" type="body"/>
          </p:nvPr>
        </p:nvSpPr>
        <p:spPr>
          <a:xfrm>
            <a:off x="6096001" y="1846501"/>
            <a:ext cx="5295899" cy="376157"/>
          </a:xfrm>
          <a:prstGeom prst="rect">
            <a:avLst/>
          </a:prstGeom>
          <a:noFill/>
          <a:ln>
            <a:noFill/>
          </a:ln>
        </p:spPr>
        <p:txBody>
          <a:bodyPr anchorCtr="0" anchor="t" bIns="45700" lIns="0" spcFirstLastPara="1" rIns="91425" wrap="square" tIns="45700">
            <a:normAutofit/>
          </a:bodyPr>
          <a:lstStyle>
            <a:lvl1pPr indent="-228600" lvl="0" marL="457200" algn="l">
              <a:lnSpc>
                <a:spcPct val="135714"/>
              </a:lnSpc>
              <a:spcBef>
                <a:spcPts val="600"/>
              </a:spcBef>
              <a:spcAft>
                <a:spcPts val="0"/>
              </a:spcAft>
              <a:buSzPts val="1400"/>
              <a:buFont typeface="Lato"/>
              <a:buNone/>
              <a:defRPr b="0" i="0" sz="1400">
                <a:solidFill>
                  <a:srgbClr val="3F3F3F"/>
                </a:solidFill>
                <a:latin typeface="Lato"/>
                <a:ea typeface="Lato"/>
                <a:cs typeface="Lato"/>
                <a:sym typeface="Lato"/>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 name="Google Shape;172;p79"/>
          <p:cNvSpPr txBox="1"/>
          <p:nvPr>
            <p:ph idx="7" type="body"/>
          </p:nvPr>
        </p:nvSpPr>
        <p:spPr>
          <a:xfrm>
            <a:off x="4383050" y="2324828"/>
            <a:ext cx="1712950" cy="325827"/>
          </a:xfrm>
          <a:prstGeom prst="rect">
            <a:avLst/>
          </a:prstGeom>
          <a:noFill/>
          <a:ln>
            <a:noFill/>
          </a:ln>
        </p:spPr>
        <p:txBody>
          <a:bodyPr anchorCtr="0" anchor="t" bIns="45700" lIns="0" spcFirstLastPara="1" rIns="91425" wrap="square" tIns="45700">
            <a:normAutofit/>
          </a:bodyPr>
          <a:lstStyle>
            <a:lvl1pPr indent="-228600" lvl="0" marL="457200" algn="l">
              <a:lnSpc>
                <a:spcPct val="135714"/>
              </a:lnSpc>
              <a:spcBef>
                <a:spcPts val="0"/>
              </a:spcBef>
              <a:spcAft>
                <a:spcPts val="0"/>
              </a:spcAft>
              <a:buSzPts val="1400"/>
              <a:buFont typeface="Lato"/>
              <a:buNone/>
              <a:defRPr b="1" i="0" sz="1400">
                <a:solidFill>
                  <a:srgbClr val="B83A4B"/>
                </a:solidFill>
                <a:latin typeface="Lato"/>
                <a:ea typeface="Lato"/>
                <a:cs typeface="Lato"/>
                <a:sym typeface="Lato"/>
              </a:defRPr>
            </a:lvl1pPr>
            <a:lvl2pPr indent="-228600" lvl="1" marL="914400" algn="l">
              <a:lnSpc>
                <a:spcPct val="120000"/>
              </a:lnSpc>
              <a:spcBef>
                <a:spcPts val="500"/>
              </a:spcBef>
              <a:spcAft>
                <a:spcPts val="0"/>
              </a:spcAft>
              <a:buSzPts val="2240"/>
              <a:buNone/>
              <a:defRPr sz="2000">
                <a:solidFill>
                  <a:srgbClr val="888888"/>
                </a:solidFill>
              </a:defRPr>
            </a:lvl2pPr>
            <a:lvl3pPr indent="-228600" lvl="2" marL="1371600" algn="l">
              <a:lnSpc>
                <a:spcPct val="120000"/>
              </a:lnSpc>
              <a:spcBef>
                <a:spcPts val="500"/>
              </a:spcBef>
              <a:spcAft>
                <a:spcPts val="0"/>
              </a:spcAft>
              <a:buSzPts val="1980"/>
              <a:buNone/>
              <a:defRPr sz="1800">
                <a:solidFill>
                  <a:srgbClr val="888888"/>
                </a:solidFill>
              </a:defRPr>
            </a:lvl3pPr>
            <a:lvl4pPr indent="-228600" lvl="3" marL="1828800" algn="l">
              <a:lnSpc>
                <a:spcPct val="120000"/>
              </a:lnSpc>
              <a:spcBef>
                <a:spcPts val="500"/>
              </a:spcBef>
              <a:spcAft>
                <a:spcPts val="0"/>
              </a:spcAft>
              <a:buSzPts val="1792"/>
              <a:buNone/>
              <a:defRPr sz="1600">
                <a:solidFill>
                  <a:srgbClr val="888888"/>
                </a:solidFill>
              </a:defRPr>
            </a:lvl4pPr>
            <a:lvl5pPr indent="-228600" lvl="4" marL="2286000" algn="l">
              <a:lnSpc>
                <a:spcPct val="120000"/>
              </a:lnSpc>
              <a:spcBef>
                <a:spcPts val="500"/>
              </a:spcBef>
              <a:spcAft>
                <a:spcPts val="0"/>
              </a:spcAft>
              <a:buSzPts val="1792"/>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73" name="Google Shape;173;p79"/>
          <p:cNvSpPr txBox="1"/>
          <p:nvPr>
            <p:ph idx="8" type="body"/>
          </p:nvPr>
        </p:nvSpPr>
        <p:spPr>
          <a:xfrm>
            <a:off x="6096001" y="2324802"/>
            <a:ext cx="5295899" cy="325853"/>
          </a:xfrm>
          <a:prstGeom prst="rect">
            <a:avLst/>
          </a:prstGeom>
          <a:noFill/>
          <a:ln>
            <a:noFill/>
          </a:ln>
        </p:spPr>
        <p:txBody>
          <a:bodyPr anchorCtr="0" anchor="t" bIns="45700" lIns="0" spcFirstLastPara="1" rIns="91425" wrap="square" tIns="45700">
            <a:noAutofit/>
          </a:bodyPr>
          <a:lstStyle>
            <a:lvl1pPr indent="-228600" lvl="0" marL="457200" algn="l">
              <a:lnSpc>
                <a:spcPct val="118750"/>
              </a:lnSpc>
              <a:spcBef>
                <a:spcPts val="0"/>
              </a:spcBef>
              <a:spcAft>
                <a:spcPts val="0"/>
              </a:spcAft>
              <a:buSzPts val="1600"/>
              <a:buFont typeface="Lato"/>
              <a:buNone/>
              <a:defRPr b="1" i="0" sz="1600">
                <a:solidFill>
                  <a:srgbClr val="3F3F3F"/>
                </a:solidFill>
                <a:latin typeface="Lato"/>
                <a:ea typeface="Lato"/>
                <a:cs typeface="Lato"/>
                <a:sym typeface="Lato"/>
              </a:defRPr>
            </a:lvl1pPr>
            <a:lvl2pPr indent="-228600" lvl="1" marL="914400" algn="l">
              <a:lnSpc>
                <a:spcPct val="142857"/>
              </a:lnSpc>
              <a:spcBef>
                <a:spcPts val="500"/>
              </a:spcBef>
              <a:spcAft>
                <a:spcPts val="0"/>
              </a:spcAft>
              <a:buSzPts val="1568"/>
              <a:buNone/>
              <a:defRPr b="0" i="1" sz="1400">
                <a:latin typeface="Montserrat"/>
                <a:ea typeface="Montserrat"/>
                <a:cs typeface="Montserrat"/>
                <a:sym typeface="Montserrat"/>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 name="Google Shape;174;p79"/>
          <p:cNvSpPr txBox="1"/>
          <p:nvPr>
            <p:ph idx="9" type="body"/>
          </p:nvPr>
        </p:nvSpPr>
        <p:spPr>
          <a:xfrm>
            <a:off x="6096001" y="2650654"/>
            <a:ext cx="5295899" cy="376157"/>
          </a:xfrm>
          <a:prstGeom prst="rect">
            <a:avLst/>
          </a:prstGeom>
          <a:noFill/>
          <a:ln>
            <a:noFill/>
          </a:ln>
        </p:spPr>
        <p:txBody>
          <a:bodyPr anchorCtr="0" anchor="t" bIns="45700" lIns="0" spcFirstLastPara="1" rIns="91425" wrap="square" tIns="45700">
            <a:normAutofit/>
          </a:bodyPr>
          <a:lstStyle>
            <a:lvl1pPr indent="-228600" lvl="0" marL="457200" algn="l">
              <a:lnSpc>
                <a:spcPct val="135714"/>
              </a:lnSpc>
              <a:spcBef>
                <a:spcPts val="600"/>
              </a:spcBef>
              <a:spcAft>
                <a:spcPts val="0"/>
              </a:spcAft>
              <a:buSzPts val="1400"/>
              <a:buFont typeface="Lato"/>
              <a:buNone/>
              <a:defRPr b="0" i="0" sz="1400">
                <a:solidFill>
                  <a:srgbClr val="3F3F3F"/>
                </a:solidFill>
                <a:latin typeface="Lato"/>
                <a:ea typeface="Lato"/>
                <a:cs typeface="Lato"/>
                <a:sym typeface="Lato"/>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 name="Google Shape;175;p79"/>
          <p:cNvSpPr txBox="1"/>
          <p:nvPr>
            <p:ph idx="13" type="body"/>
          </p:nvPr>
        </p:nvSpPr>
        <p:spPr>
          <a:xfrm>
            <a:off x="4383050" y="3135454"/>
            <a:ext cx="1712950" cy="325827"/>
          </a:xfrm>
          <a:prstGeom prst="rect">
            <a:avLst/>
          </a:prstGeom>
          <a:noFill/>
          <a:ln>
            <a:noFill/>
          </a:ln>
        </p:spPr>
        <p:txBody>
          <a:bodyPr anchorCtr="0" anchor="t" bIns="45700" lIns="0" spcFirstLastPara="1" rIns="91425" wrap="square" tIns="45700">
            <a:normAutofit/>
          </a:bodyPr>
          <a:lstStyle>
            <a:lvl1pPr indent="-228600" lvl="0" marL="457200" algn="l">
              <a:lnSpc>
                <a:spcPct val="135714"/>
              </a:lnSpc>
              <a:spcBef>
                <a:spcPts val="0"/>
              </a:spcBef>
              <a:spcAft>
                <a:spcPts val="0"/>
              </a:spcAft>
              <a:buSzPts val="1400"/>
              <a:buFont typeface="Lato"/>
              <a:buNone/>
              <a:defRPr b="1" i="0" sz="1400">
                <a:solidFill>
                  <a:srgbClr val="B83A4B"/>
                </a:solidFill>
                <a:latin typeface="Lato"/>
                <a:ea typeface="Lato"/>
                <a:cs typeface="Lato"/>
                <a:sym typeface="Lato"/>
              </a:defRPr>
            </a:lvl1pPr>
            <a:lvl2pPr indent="-228600" lvl="1" marL="914400" algn="l">
              <a:lnSpc>
                <a:spcPct val="120000"/>
              </a:lnSpc>
              <a:spcBef>
                <a:spcPts val="500"/>
              </a:spcBef>
              <a:spcAft>
                <a:spcPts val="0"/>
              </a:spcAft>
              <a:buSzPts val="2240"/>
              <a:buNone/>
              <a:defRPr sz="2000">
                <a:solidFill>
                  <a:srgbClr val="888888"/>
                </a:solidFill>
              </a:defRPr>
            </a:lvl2pPr>
            <a:lvl3pPr indent="-228600" lvl="2" marL="1371600" algn="l">
              <a:lnSpc>
                <a:spcPct val="120000"/>
              </a:lnSpc>
              <a:spcBef>
                <a:spcPts val="500"/>
              </a:spcBef>
              <a:spcAft>
                <a:spcPts val="0"/>
              </a:spcAft>
              <a:buSzPts val="1980"/>
              <a:buNone/>
              <a:defRPr sz="1800">
                <a:solidFill>
                  <a:srgbClr val="888888"/>
                </a:solidFill>
              </a:defRPr>
            </a:lvl3pPr>
            <a:lvl4pPr indent="-228600" lvl="3" marL="1828800" algn="l">
              <a:lnSpc>
                <a:spcPct val="120000"/>
              </a:lnSpc>
              <a:spcBef>
                <a:spcPts val="500"/>
              </a:spcBef>
              <a:spcAft>
                <a:spcPts val="0"/>
              </a:spcAft>
              <a:buSzPts val="1792"/>
              <a:buNone/>
              <a:defRPr sz="1600">
                <a:solidFill>
                  <a:srgbClr val="888888"/>
                </a:solidFill>
              </a:defRPr>
            </a:lvl4pPr>
            <a:lvl5pPr indent="-228600" lvl="4" marL="2286000" algn="l">
              <a:lnSpc>
                <a:spcPct val="120000"/>
              </a:lnSpc>
              <a:spcBef>
                <a:spcPts val="500"/>
              </a:spcBef>
              <a:spcAft>
                <a:spcPts val="0"/>
              </a:spcAft>
              <a:buSzPts val="1792"/>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76" name="Google Shape;176;p79"/>
          <p:cNvSpPr txBox="1"/>
          <p:nvPr>
            <p:ph idx="14" type="body"/>
          </p:nvPr>
        </p:nvSpPr>
        <p:spPr>
          <a:xfrm>
            <a:off x="6096001" y="3135428"/>
            <a:ext cx="5295899" cy="325853"/>
          </a:xfrm>
          <a:prstGeom prst="rect">
            <a:avLst/>
          </a:prstGeom>
          <a:noFill/>
          <a:ln>
            <a:noFill/>
          </a:ln>
        </p:spPr>
        <p:txBody>
          <a:bodyPr anchorCtr="0" anchor="t" bIns="45700" lIns="0" spcFirstLastPara="1" rIns="91425" wrap="square" tIns="45700">
            <a:noAutofit/>
          </a:bodyPr>
          <a:lstStyle>
            <a:lvl1pPr indent="-228600" lvl="0" marL="457200" algn="l">
              <a:lnSpc>
                <a:spcPct val="118750"/>
              </a:lnSpc>
              <a:spcBef>
                <a:spcPts val="0"/>
              </a:spcBef>
              <a:spcAft>
                <a:spcPts val="0"/>
              </a:spcAft>
              <a:buSzPts val="1600"/>
              <a:buFont typeface="Lato"/>
              <a:buNone/>
              <a:defRPr b="1" i="0" sz="1600">
                <a:solidFill>
                  <a:srgbClr val="3F3F3F"/>
                </a:solidFill>
                <a:latin typeface="Lato"/>
                <a:ea typeface="Lato"/>
                <a:cs typeface="Lato"/>
                <a:sym typeface="Lato"/>
              </a:defRPr>
            </a:lvl1pPr>
            <a:lvl2pPr indent="-228600" lvl="1" marL="914400" algn="l">
              <a:lnSpc>
                <a:spcPct val="142857"/>
              </a:lnSpc>
              <a:spcBef>
                <a:spcPts val="500"/>
              </a:spcBef>
              <a:spcAft>
                <a:spcPts val="0"/>
              </a:spcAft>
              <a:buSzPts val="1568"/>
              <a:buNone/>
              <a:defRPr b="0" i="1" sz="1400">
                <a:latin typeface="Montserrat"/>
                <a:ea typeface="Montserrat"/>
                <a:cs typeface="Montserrat"/>
                <a:sym typeface="Montserrat"/>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 name="Google Shape;177;p79"/>
          <p:cNvSpPr txBox="1"/>
          <p:nvPr>
            <p:ph idx="15" type="body"/>
          </p:nvPr>
        </p:nvSpPr>
        <p:spPr>
          <a:xfrm>
            <a:off x="6096001" y="3461280"/>
            <a:ext cx="5295899" cy="376157"/>
          </a:xfrm>
          <a:prstGeom prst="rect">
            <a:avLst/>
          </a:prstGeom>
          <a:noFill/>
          <a:ln>
            <a:noFill/>
          </a:ln>
        </p:spPr>
        <p:txBody>
          <a:bodyPr anchorCtr="0" anchor="t" bIns="45700" lIns="0" spcFirstLastPara="1" rIns="91425" wrap="square" tIns="45700">
            <a:normAutofit/>
          </a:bodyPr>
          <a:lstStyle>
            <a:lvl1pPr indent="-228600" lvl="0" marL="457200" algn="l">
              <a:lnSpc>
                <a:spcPct val="135714"/>
              </a:lnSpc>
              <a:spcBef>
                <a:spcPts val="600"/>
              </a:spcBef>
              <a:spcAft>
                <a:spcPts val="0"/>
              </a:spcAft>
              <a:buSzPts val="1400"/>
              <a:buFont typeface="Lato"/>
              <a:buNone/>
              <a:defRPr b="0" i="0" sz="1400">
                <a:solidFill>
                  <a:srgbClr val="3F3F3F"/>
                </a:solidFill>
                <a:latin typeface="Lato"/>
                <a:ea typeface="Lato"/>
                <a:cs typeface="Lato"/>
                <a:sym typeface="Lato"/>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 name="Google Shape;178;p79"/>
          <p:cNvSpPr txBox="1"/>
          <p:nvPr>
            <p:ph idx="16" type="body"/>
          </p:nvPr>
        </p:nvSpPr>
        <p:spPr>
          <a:xfrm>
            <a:off x="4383050" y="3946105"/>
            <a:ext cx="1712950" cy="325827"/>
          </a:xfrm>
          <a:prstGeom prst="rect">
            <a:avLst/>
          </a:prstGeom>
          <a:noFill/>
          <a:ln>
            <a:noFill/>
          </a:ln>
        </p:spPr>
        <p:txBody>
          <a:bodyPr anchorCtr="0" anchor="t" bIns="45700" lIns="0" spcFirstLastPara="1" rIns="91425" wrap="square" tIns="45700">
            <a:normAutofit/>
          </a:bodyPr>
          <a:lstStyle>
            <a:lvl1pPr indent="-228600" lvl="0" marL="457200" algn="l">
              <a:lnSpc>
                <a:spcPct val="135714"/>
              </a:lnSpc>
              <a:spcBef>
                <a:spcPts val="0"/>
              </a:spcBef>
              <a:spcAft>
                <a:spcPts val="0"/>
              </a:spcAft>
              <a:buSzPts val="1400"/>
              <a:buFont typeface="Lato"/>
              <a:buNone/>
              <a:defRPr b="1" i="0" sz="1400">
                <a:solidFill>
                  <a:srgbClr val="B83A4B"/>
                </a:solidFill>
                <a:latin typeface="Lato"/>
                <a:ea typeface="Lato"/>
                <a:cs typeface="Lato"/>
                <a:sym typeface="Lato"/>
              </a:defRPr>
            </a:lvl1pPr>
            <a:lvl2pPr indent="-228600" lvl="1" marL="914400" algn="l">
              <a:lnSpc>
                <a:spcPct val="120000"/>
              </a:lnSpc>
              <a:spcBef>
                <a:spcPts val="500"/>
              </a:spcBef>
              <a:spcAft>
                <a:spcPts val="0"/>
              </a:spcAft>
              <a:buSzPts val="2240"/>
              <a:buNone/>
              <a:defRPr sz="2000">
                <a:solidFill>
                  <a:srgbClr val="888888"/>
                </a:solidFill>
              </a:defRPr>
            </a:lvl2pPr>
            <a:lvl3pPr indent="-228600" lvl="2" marL="1371600" algn="l">
              <a:lnSpc>
                <a:spcPct val="120000"/>
              </a:lnSpc>
              <a:spcBef>
                <a:spcPts val="500"/>
              </a:spcBef>
              <a:spcAft>
                <a:spcPts val="0"/>
              </a:spcAft>
              <a:buSzPts val="1980"/>
              <a:buNone/>
              <a:defRPr sz="1800">
                <a:solidFill>
                  <a:srgbClr val="888888"/>
                </a:solidFill>
              </a:defRPr>
            </a:lvl3pPr>
            <a:lvl4pPr indent="-228600" lvl="3" marL="1828800" algn="l">
              <a:lnSpc>
                <a:spcPct val="120000"/>
              </a:lnSpc>
              <a:spcBef>
                <a:spcPts val="500"/>
              </a:spcBef>
              <a:spcAft>
                <a:spcPts val="0"/>
              </a:spcAft>
              <a:buSzPts val="1792"/>
              <a:buNone/>
              <a:defRPr sz="1600">
                <a:solidFill>
                  <a:srgbClr val="888888"/>
                </a:solidFill>
              </a:defRPr>
            </a:lvl4pPr>
            <a:lvl5pPr indent="-228600" lvl="4" marL="2286000" algn="l">
              <a:lnSpc>
                <a:spcPct val="120000"/>
              </a:lnSpc>
              <a:spcBef>
                <a:spcPts val="500"/>
              </a:spcBef>
              <a:spcAft>
                <a:spcPts val="0"/>
              </a:spcAft>
              <a:buSzPts val="1792"/>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79" name="Google Shape;179;p79"/>
          <p:cNvSpPr txBox="1"/>
          <p:nvPr>
            <p:ph idx="17" type="body"/>
          </p:nvPr>
        </p:nvSpPr>
        <p:spPr>
          <a:xfrm>
            <a:off x="6096001" y="3946079"/>
            <a:ext cx="5295899" cy="325853"/>
          </a:xfrm>
          <a:prstGeom prst="rect">
            <a:avLst/>
          </a:prstGeom>
          <a:noFill/>
          <a:ln>
            <a:noFill/>
          </a:ln>
        </p:spPr>
        <p:txBody>
          <a:bodyPr anchorCtr="0" anchor="t" bIns="45700" lIns="0" spcFirstLastPara="1" rIns="91425" wrap="square" tIns="45700">
            <a:noAutofit/>
          </a:bodyPr>
          <a:lstStyle>
            <a:lvl1pPr indent="-228600" lvl="0" marL="457200" algn="l">
              <a:lnSpc>
                <a:spcPct val="118750"/>
              </a:lnSpc>
              <a:spcBef>
                <a:spcPts val="0"/>
              </a:spcBef>
              <a:spcAft>
                <a:spcPts val="0"/>
              </a:spcAft>
              <a:buSzPts val="1600"/>
              <a:buFont typeface="Lato"/>
              <a:buNone/>
              <a:defRPr b="1" i="0" sz="1600">
                <a:solidFill>
                  <a:srgbClr val="3F3F3F"/>
                </a:solidFill>
                <a:latin typeface="Lato"/>
                <a:ea typeface="Lato"/>
                <a:cs typeface="Lato"/>
                <a:sym typeface="Lato"/>
              </a:defRPr>
            </a:lvl1pPr>
            <a:lvl2pPr indent="-228600" lvl="1" marL="914400" algn="l">
              <a:lnSpc>
                <a:spcPct val="142857"/>
              </a:lnSpc>
              <a:spcBef>
                <a:spcPts val="500"/>
              </a:spcBef>
              <a:spcAft>
                <a:spcPts val="0"/>
              </a:spcAft>
              <a:buSzPts val="1568"/>
              <a:buNone/>
              <a:defRPr b="0" i="1" sz="1400">
                <a:latin typeface="Montserrat"/>
                <a:ea typeface="Montserrat"/>
                <a:cs typeface="Montserrat"/>
                <a:sym typeface="Montserrat"/>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 name="Google Shape;180;p79"/>
          <p:cNvSpPr txBox="1"/>
          <p:nvPr>
            <p:ph idx="18" type="body"/>
          </p:nvPr>
        </p:nvSpPr>
        <p:spPr>
          <a:xfrm>
            <a:off x="6096001" y="4271931"/>
            <a:ext cx="5295899" cy="376157"/>
          </a:xfrm>
          <a:prstGeom prst="rect">
            <a:avLst/>
          </a:prstGeom>
          <a:noFill/>
          <a:ln>
            <a:noFill/>
          </a:ln>
        </p:spPr>
        <p:txBody>
          <a:bodyPr anchorCtr="0" anchor="t" bIns="45700" lIns="0" spcFirstLastPara="1" rIns="91425" wrap="square" tIns="45700">
            <a:normAutofit/>
          </a:bodyPr>
          <a:lstStyle>
            <a:lvl1pPr indent="-228600" lvl="0" marL="457200" algn="l">
              <a:lnSpc>
                <a:spcPct val="135714"/>
              </a:lnSpc>
              <a:spcBef>
                <a:spcPts val="600"/>
              </a:spcBef>
              <a:spcAft>
                <a:spcPts val="0"/>
              </a:spcAft>
              <a:buSzPts val="1400"/>
              <a:buFont typeface="Lato"/>
              <a:buNone/>
              <a:defRPr b="0" i="0" sz="1400">
                <a:solidFill>
                  <a:srgbClr val="3F3F3F"/>
                </a:solidFill>
                <a:latin typeface="Lato"/>
                <a:ea typeface="Lato"/>
                <a:cs typeface="Lato"/>
                <a:sym typeface="Lato"/>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 name="Google Shape;181;p79"/>
          <p:cNvSpPr txBox="1"/>
          <p:nvPr>
            <p:ph idx="19" type="body"/>
          </p:nvPr>
        </p:nvSpPr>
        <p:spPr>
          <a:xfrm>
            <a:off x="4383050" y="4756743"/>
            <a:ext cx="1712950" cy="325827"/>
          </a:xfrm>
          <a:prstGeom prst="rect">
            <a:avLst/>
          </a:prstGeom>
          <a:noFill/>
          <a:ln>
            <a:noFill/>
          </a:ln>
        </p:spPr>
        <p:txBody>
          <a:bodyPr anchorCtr="0" anchor="t" bIns="45700" lIns="0" spcFirstLastPara="1" rIns="91425" wrap="square" tIns="45700">
            <a:normAutofit/>
          </a:bodyPr>
          <a:lstStyle>
            <a:lvl1pPr indent="-228600" lvl="0" marL="457200" algn="l">
              <a:lnSpc>
                <a:spcPct val="135714"/>
              </a:lnSpc>
              <a:spcBef>
                <a:spcPts val="0"/>
              </a:spcBef>
              <a:spcAft>
                <a:spcPts val="0"/>
              </a:spcAft>
              <a:buSzPts val="1400"/>
              <a:buFont typeface="Lato"/>
              <a:buNone/>
              <a:defRPr b="1" i="0" sz="1400">
                <a:solidFill>
                  <a:srgbClr val="B83A4B"/>
                </a:solidFill>
                <a:latin typeface="Lato"/>
                <a:ea typeface="Lato"/>
                <a:cs typeface="Lato"/>
                <a:sym typeface="Lato"/>
              </a:defRPr>
            </a:lvl1pPr>
            <a:lvl2pPr indent="-228600" lvl="1" marL="914400" algn="l">
              <a:lnSpc>
                <a:spcPct val="120000"/>
              </a:lnSpc>
              <a:spcBef>
                <a:spcPts val="500"/>
              </a:spcBef>
              <a:spcAft>
                <a:spcPts val="0"/>
              </a:spcAft>
              <a:buSzPts val="2240"/>
              <a:buNone/>
              <a:defRPr sz="2000">
                <a:solidFill>
                  <a:srgbClr val="888888"/>
                </a:solidFill>
              </a:defRPr>
            </a:lvl2pPr>
            <a:lvl3pPr indent="-228600" lvl="2" marL="1371600" algn="l">
              <a:lnSpc>
                <a:spcPct val="120000"/>
              </a:lnSpc>
              <a:spcBef>
                <a:spcPts val="500"/>
              </a:spcBef>
              <a:spcAft>
                <a:spcPts val="0"/>
              </a:spcAft>
              <a:buSzPts val="1980"/>
              <a:buNone/>
              <a:defRPr sz="1800">
                <a:solidFill>
                  <a:srgbClr val="888888"/>
                </a:solidFill>
              </a:defRPr>
            </a:lvl3pPr>
            <a:lvl4pPr indent="-228600" lvl="3" marL="1828800" algn="l">
              <a:lnSpc>
                <a:spcPct val="120000"/>
              </a:lnSpc>
              <a:spcBef>
                <a:spcPts val="500"/>
              </a:spcBef>
              <a:spcAft>
                <a:spcPts val="0"/>
              </a:spcAft>
              <a:buSzPts val="1792"/>
              <a:buNone/>
              <a:defRPr sz="1600">
                <a:solidFill>
                  <a:srgbClr val="888888"/>
                </a:solidFill>
              </a:defRPr>
            </a:lvl4pPr>
            <a:lvl5pPr indent="-228600" lvl="4" marL="2286000" algn="l">
              <a:lnSpc>
                <a:spcPct val="120000"/>
              </a:lnSpc>
              <a:spcBef>
                <a:spcPts val="500"/>
              </a:spcBef>
              <a:spcAft>
                <a:spcPts val="0"/>
              </a:spcAft>
              <a:buSzPts val="1792"/>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82" name="Google Shape;182;p79"/>
          <p:cNvSpPr txBox="1"/>
          <p:nvPr>
            <p:ph idx="20" type="body"/>
          </p:nvPr>
        </p:nvSpPr>
        <p:spPr>
          <a:xfrm>
            <a:off x="6096001" y="4756717"/>
            <a:ext cx="5295899" cy="325853"/>
          </a:xfrm>
          <a:prstGeom prst="rect">
            <a:avLst/>
          </a:prstGeom>
          <a:noFill/>
          <a:ln>
            <a:noFill/>
          </a:ln>
        </p:spPr>
        <p:txBody>
          <a:bodyPr anchorCtr="0" anchor="t" bIns="45700" lIns="0" spcFirstLastPara="1" rIns="91425" wrap="square" tIns="45700">
            <a:noAutofit/>
          </a:bodyPr>
          <a:lstStyle>
            <a:lvl1pPr indent="-228600" lvl="0" marL="457200" algn="l">
              <a:lnSpc>
                <a:spcPct val="118750"/>
              </a:lnSpc>
              <a:spcBef>
                <a:spcPts val="0"/>
              </a:spcBef>
              <a:spcAft>
                <a:spcPts val="0"/>
              </a:spcAft>
              <a:buSzPts val="1600"/>
              <a:buFont typeface="Lato"/>
              <a:buNone/>
              <a:defRPr b="1" i="0" sz="1600">
                <a:solidFill>
                  <a:srgbClr val="3F3F3F"/>
                </a:solidFill>
                <a:latin typeface="Lato"/>
                <a:ea typeface="Lato"/>
                <a:cs typeface="Lato"/>
                <a:sym typeface="Lato"/>
              </a:defRPr>
            </a:lvl1pPr>
            <a:lvl2pPr indent="-228600" lvl="1" marL="914400" algn="l">
              <a:lnSpc>
                <a:spcPct val="142857"/>
              </a:lnSpc>
              <a:spcBef>
                <a:spcPts val="500"/>
              </a:spcBef>
              <a:spcAft>
                <a:spcPts val="0"/>
              </a:spcAft>
              <a:buSzPts val="1568"/>
              <a:buNone/>
              <a:defRPr b="0" i="1" sz="1400">
                <a:latin typeface="Montserrat"/>
                <a:ea typeface="Montserrat"/>
                <a:cs typeface="Montserrat"/>
                <a:sym typeface="Montserrat"/>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 name="Google Shape;183;p79"/>
          <p:cNvSpPr txBox="1"/>
          <p:nvPr>
            <p:ph idx="21" type="body"/>
          </p:nvPr>
        </p:nvSpPr>
        <p:spPr>
          <a:xfrm>
            <a:off x="6096001" y="5082569"/>
            <a:ext cx="5295899" cy="376157"/>
          </a:xfrm>
          <a:prstGeom prst="rect">
            <a:avLst/>
          </a:prstGeom>
          <a:noFill/>
          <a:ln>
            <a:noFill/>
          </a:ln>
        </p:spPr>
        <p:txBody>
          <a:bodyPr anchorCtr="0" anchor="t" bIns="45700" lIns="0" spcFirstLastPara="1" rIns="91425" wrap="square" tIns="45700">
            <a:normAutofit/>
          </a:bodyPr>
          <a:lstStyle>
            <a:lvl1pPr indent="-228600" lvl="0" marL="457200" algn="l">
              <a:lnSpc>
                <a:spcPct val="135714"/>
              </a:lnSpc>
              <a:spcBef>
                <a:spcPts val="600"/>
              </a:spcBef>
              <a:spcAft>
                <a:spcPts val="0"/>
              </a:spcAft>
              <a:buSzPts val="1400"/>
              <a:buFont typeface="Lato"/>
              <a:buNone/>
              <a:defRPr b="0" i="0" sz="1400">
                <a:solidFill>
                  <a:srgbClr val="3F3F3F"/>
                </a:solidFill>
                <a:latin typeface="Lato"/>
                <a:ea typeface="Lato"/>
                <a:cs typeface="Lato"/>
                <a:sym typeface="Lato"/>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4" name="Google Shape;184;p79"/>
          <p:cNvSpPr txBox="1"/>
          <p:nvPr>
            <p:ph type="title"/>
          </p:nvPr>
        </p:nvSpPr>
        <p:spPr>
          <a:xfrm>
            <a:off x="800100" y="636586"/>
            <a:ext cx="3411930" cy="1116014"/>
          </a:xfrm>
          <a:prstGeom prst="rect">
            <a:avLst/>
          </a:prstGeom>
          <a:noFill/>
          <a:ln>
            <a:noFill/>
          </a:ln>
        </p:spPr>
        <p:txBody>
          <a:bodyPr anchorCtr="0" anchor="t" bIns="45700" lIns="0" spcFirstLastPara="1" rIns="91425" wrap="square" tIns="45700">
            <a:normAutofit/>
          </a:bodyPr>
          <a:lstStyle>
            <a:lvl1pPr lvl="0" algn="l">
              <a:lnSpc>
                <a:spcPct val="90000"/>
              </a:lnSpc>
              <a:spcBef>
                <a:spcPts val="0"/>
              </a:spcBef>
              <a:spcAft>
                <a:spcPts val="0"/>
              </a:spcAft>
              <a:buClr>
                <a:srgbClr val="8C1515"/>
              </a:buClr>
              <a:buSzPts val="3600"/>
              <a:buFont typeface="Lato"/>
              <a:buNone/>
              <a:defRPr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85" name="Google Shape;185;p79"/>
          <p:cNvPicPr preferRelativeResize="0"/>
          <p:nvPr/>
        </p:nvPicPr>
        <p:blipFill rotWithShape="1">
          <a:blip r:embed="rId2">
            <a:alphaModFix/>
          </a:blip>
          <a:srcRect b="0" l="0" r="0" t="0"/>
          <a:stretch/>
        </p:blipFill>
        <p:spPr>
          <a:xfrm>
            <a:off x="0" y="-11652"/>
            <a:ext cx="12192000" cy="209223"/>
          </a:xfrm>
          <a:prstGeom prst="rect">
            <a:avLst/>
          </a:prstGeom>
          <a:noFill/>
          <a:ln>
            <a:noFill/>
          </a:ln>
        </p:spPr>
      </p:pic>
      <p:sp>
        <p:nvSpPr>
          <p:cNvPr id="186" name="Google Shape;186;p79"/>
          <p:cNvSpPr/>
          <p:nvPr/>
        </p:nvSpPr>
        <p:spPr>
          <a:xfrm>
            <a:off x="0" y="-13960"/>
            <a:ext cx="12192000" cy="211532"/>
          </a:xfrm>
          <a:prstGeom prst="rect">
            <a:avLst/>
          </a:prstGeom>
          <a:solidFill>
            <a:srgbClr val="D4D1D1">
              <a:alpha val="25098"/>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7" name="Google Shape;187;p79"/>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Option 3">
  <p:cSld name="Agenda - Option 3">
    <p:spTree>
      <p:nvGrpSpPr>
        <p:cNvPr id="188" name="Shape 188"/>
        <p:cNvGrpSpPr/>
        <p:nvPr/>
      </p:nvGrpSpPr>
      <p:grpSpPr>
        <a:xfrm>
          <a:off x="0" y="0"/>
          <a:ext cx="0" cy="0"/>
          <a:chOff x="0" y="0"/>
          <a:chExt cx="0" cy="0"/>
        </a:xfrm>
      </p:grpSpPr>
      <p:sp>
        <p:nvSpPr>
          <p:cNvPr id="189" name="Google Shape;189;p80"/>
          <p:cNvSpPr txBox="1"/>
          <p:nvPr>
            <p:ph type="title"/>
          </p:nvPr>
        </p:nvSpPr>
        <p:spPr>
          <a:xfrm>
            <a:off x="800100" y="636586"/>
            <a:ext cx="10551391" cy="804152"/>
          </a:xfrm>
          <a:prstGeom prst="rect">
            <a:avLst/>
          </a:prstGeom>
          <a:noFill/>
          <a:ln>
            <a:noFill/>
          </a:ln>
        </p:spPr>
        <p:txBody>
          <a:bodyPr anchorCtr="0" anchor="t" bIns="45700" lIns="0" spcFirstLastPara="1" rIns="91425" wrap="square" tIns="45700">
            <a:normAutofit/>
          </a:bodyPr>
          <a:lstStyle>
            <a:lvl1pPr lvl="0" algn="l">
              <a:lnSpc>
                <a:spcPct val="90000"/>
              </a:lnSpc>
              <a:spcBef>
                <a:spcPts val="0"/>
              </a:spcBef>
              <a:spcAft>
                <a:spcPts val="0"/>
              </a:spcAft>
              <a:buClr>
                <a:srgbClr val="8C1515"/>
              </a:buClr>
              <a:buSzPts val="3600"/>
              <a:buFont typeface="Lato"/>
              <a:buNone/>
              <a:defRPr b="1" i="0" sz="3600">
                <a:solidFill>
                  <a:srgbClr val="8C1515"/>
                </a:solidFill>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0" name="Google Shape;190;p80"/>
          <p:cNvSpPr txBox="1"/>
          <p:nvPr>
            <p:ph idx="1" type="subTitle"/>
          </p:nvPr>
        </p:nvSpPr>
        <p:spPr>
          <a:xfrm>
            <a:off x="800100" y="1649637"/>
            <a:ext cx="3367809" cy="325852"/>
          </a:xfrm>
          <a:prstGeom prst="rect">
            <a:avLst/>
          </a:prstGeom>
          <a:noFill/>
          <a:ln>
            <a:noFill/>
          </a:ln>
        </p:spPr>
        <p:txBody>
          <a:bodyPr anchorCtr="0" anchor="t" bIns="45700" lIns="0" spcFirstLastPara="1" rIns="91425" wrap="square" tIns="45700">
            <a:normAutofit/>
          </a:bodyPr>
          <a:lstStyle>
            <a:lvl1pPr lvl="0" marR="0" algn="l">
              <a:lnSpc>
                <a:spcPct val="128571"/>
              </a:lnSpc>
              <a:spcBef>
                <a:spcPts val="1000"/>
              </a:spcBef>
              <a:spcAft>
                <a:spcPts val="0"/>
              </a:spcAft>
              <a:buClr>
                <a:srgbClr val="B83A4B"/>
              </a:buClr>
              <a:buSzPts val="1400"/>
              <a:buFont typeface="Arial"/>
              <a:buNone/>
              <a:defRPr b="1" i="0" sz="1400">
                <a:solidFill>
                  <a:srgbClr val="B83A4B"/>
                </a:solidFill>
                <a:latin typeface="Lato"/>
                <a:ea typeface="Lato"/>
                <a:cs typeface="Lato"/>
                <a:sym typeface="Lato"/>
              </a:defRPr>
            </a:lvl1pPr>
            <a:lvl2pPr lvl="1" algn="ctr">
              <a:lnSpc>
                <a:spcPct val="120000"/>
              </a:lnSpc>
              <a:spcBef>
                <a:spcPts val="600"/>
              </a:spcBef>
              <a:spcAft>
                <a:spcPts val="0"/>
              </a:spcAft>
              <a:buSzPts val="2240"/>
              <a:buNone/>
              <a:defRPr sz="2000"/>
            </a:lvl2pPr>
            <a:lvl3pPr lvl="2" algn="ctr">
              <a:lnSpc>
                <a:spcPct val="120000"/>
              </a:lnSpc>
              <a:spcBef>
                <a:spcPts val="500"/>
              </a:spcBef>
              <a:spcAft>
                <a:spcPts val="0"/>
              </a:spcAft>
              <a:buSzPts val="1980"/>
              <a:buNone/>
              <a:defRPr sz="1800"/>
            </a:lvl3pPr>
            <a:lvl4pPr lvl="3" algn="ctr">
              <a:lnSpc>
                <a:spcPct val="120000"/>
              </a:lnSpc>
              <a:spcBef>
                <a:spcPts val="500"/>
              </a:spcBef>
              <a:spcAft>
                <a:spcPts val="0"/>
              </a:spcAft>
              <a:buSzPts val="1792"/>
              <a:buNone/>
              <a:defRPr sz="1600"/>
            </a:lvl4pPr>
            <a:lvl5pPr lvl="4" algn="ctr">
              <a:lnSpc>
                <a:spcPct val="120000"/>
              </a:lnSpc>
              <a:spcBef>
                <a:spcPts val="500"/>
              </a:spcBef>
              <a:spcAft>
                <a:spcPts val="0"/>
              </a:spcAft>
              <a:buSzPts val="1792"/>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191" name="Google Shape;191;p80"/>
          <p:cNvCxnSpPr/>
          <p:nvPr/>
        </p:nvCxnSpPr>
        <p:spPr>
          <a:xfrm>
            <a:off x="800100" y="1975489"/>
            <a:ext cx="10569864" cy="0"/>
          </a:xfrm>
          <a:prstGeom prst="straightConnector1">
            <a:avLst/>
          </a:prstGeom>
          <a:noFill/>
          <a:ln cap="flat" cmpd="sng" w="9525">
            <a:solidFill>
              <a:srgbClr val="8C1515"/>
            </a:solidFill>
            <a:prstDash val="solid"/>
            <a:miter lim="800000"/>
            <a:headEnd len="sm" w="sm" type="none"/>
            <a:tailEnd len="sm" w="sm" type="none"/>
          </a:ln>
        </p:spPr>
      </p:cxnSp>
      <p:sp>
        <p:nvSpPr>
          <p:cNvPr id="192" name="Google Shape;192;p80"/>
          <p:cNvSpPr txBox="1"/>
          <p:nvPr>
            <p:ph idx="2" type="body"/>
          </p:nvPr>
        </p:nvSpPr>
        <p:spPr>
          <a:xfrm>
            <a:off x="4412095" y="1649638"/>
            <a:ext cx="3367810" cy="325852"/>
          </a:xfrm>
          <a:prstGeom prst="rect">
            <a:avLst/>
          </a:prstGeom>
          <a:noFill/>
          <a:ln>
            <a:noFill/>
          </a:ln>
        </p:spPr>
        <p:txBody>
          <a:bodyPr anchorCtr="0" anchor="t" bIns="45700" lIns="0" spcFirstLastPara="1" rIns="91425" wrap="square" tIns="45700">
            <a:normAutofit/>
          </a:bodyPr>
          <a:lstStyle>
            <a:lvl1pPr indent="-228600" lvl="0" marL="457200" algn="l">
              <a:lnSpc>
                <a:spcPct val="120000"/>
              </a:lnSpc>
              <a:spcBef>
                <a:spcPts val="1000"/>
              </a:spcBef>
              <a:spcAft>
                <a:spcPts val="0"/>
              </a:spcAft>
              <a:buSzPts val="1400"/>
              <a:buFont typeface="Lato"/>
              <a:buNone/>
              <a:defRPr b="1" i="0" sz="1400">
                <a:solidFill>
                  <a:srgbClr val="B83A4B"/>
                </a:solidFill>
                <a:latin typeface="Lato"/>
                <a:ea typeface="Lato"/>
                <a:cs typeface="Lato"/>
                <a:sym typeface="Lato"/>
              </a:defRPr>
            </a:lvl1pPr>
            <a:lvl2pPr indent="-228600" lvl="1" marL="914400" algn="l">
              <a:lnSpc>
                <a:spcPct val="120000"/>
              </a:lnSpc>
              <a:spcBef>
                <a:spcPts val="500"/>
              </a:spcBef>
              <a:spcAft>
                <a:spcPts val="0"/>
              </a:spcAft>
              <a:buSzPts val="2240"/>
              <a:buNone/>
              <a:defRPr sz="2000">
                <a:solidFill>
                  <a:srgbClr val="888888"/>
                </a:solidFill>
              </a:defRPr>
            </a:lvl2pPr>
            <a:lvl3pPr indent="-228600" lvl="2" marL="1371600" algn="l">
              <a:lnSpc>
                <a:spcPct val="120000"/>
              </a:lnSpc>
              <a:spcBef>
                <a:spcPts val="500"/>
              </a:spcBef>
              <a:spcAft>
                <a:spcPts val="0"/>
              </a:spcAft>
              <a:buSzPts val="1980"/>
              <a:buNone/>
              <a:defRPr sz="1800">
                <a:solidFill>
                  <a:srgbClr val="888888"/>
                </a:solidFill>
              </a:defRPr>
            </a:lvl3pPr>
            <a:lvl4pPr indent="-228600" lvl="3" marL="1828800" algn="l">
              <a:lnSpc>
                <a:spcPct val="120000"/>
              </a:lnSpc>
              <a:spcBef>
                <a:spcPts val="500"/>
              </a:spcBef>
              <a:spcAft>
                <a:spcPts val="0"/>
              </a:spcAft>
              <a:buSzPts val="1792"/>
              <a:buNone/>
              <a:defRPr sz="1600">
                <a:solidFill>
                  <a:srgbClr val="888888"/>
                </a:solidFill>
              </a:defRPr>
            </a:lvl4pPr>
            <a:lvl5pPr indent="-228600" lvl="4" marL="2286000" algn="l">
              <a:lnSpc>
                <a:spcPct val="120000"/>
              </a:lnSpc>
              <a:spcBef>
                <a:spcPts val="500"/>
              </a:spcBef>
              <a:spcAft>
                <a:spcPts val="0"/>
              </a:spcAft>
              <a:buSzPts val="1792"/>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93" name="Google Shape;193;p80"/>
          <p:cNvSpPr txBox="1"/>
          <p:nvPr>
            <p:ph idx="3" type="body"/>
          </p:nvPr>
        </p:nvSpPr>
        <p:spPr>
          <a:xfrm>
            <a:off x="8024090" y="1649638"/>
            <a:ext cx="3345873" cy="325852"/>
          </a:xfrm>
          <a:prstGeom prst="rect">
            <a:avLst/>
          </a:prstGeom>
          <a:noFill/>
          <a:ln>
            <a:noFill/>
          </a:ln>
        </p:spPr>
        <p:txBody>
          <a:bodyPr anchorCtr="0" anchor="t" bIns="45700" lIns="0" spcFirstLastPara="1" rIns="91425" wrap="square" tIns="45700">
            <a:normAutofit/>
          </a:bodyPr>
          <a:lstStyle>
            <a:lvl1pPr indent="-228600" lvl="0" marL="457200" algn="l">
              <a:lnSpc>
                <a:spcPct val="120000"/>
              </a:lnSpc>
              <a:spcBef>
                <a:spcPts val="1000"/>
              </a:spcBef>
              <a:spcAft>
                <a:spcPts val="0"/>
              </a:spcAft>
              <a:buSzPts val="1400"/>
              <a:buFont typeface="Lato"/>
              <a:buNone/>
              <a:defRPr b="1" i="0" sz="1400">
                <a:solidFill>
                  <a:srgbClr val="B83A4B"/>
                </a:solidFill>
                <a:latin typeface="Lato"/>
                <a:ea typeface="Lato"/>
                <a:cs typeface="Lato"/>
                <a:sym typeface="Lato"/>
              </a:defRPr>
            </a:lvl1pPr>
            <a:lvl2pPr indent="-228600" lvl="1" marL="914400" algn="l">
              <a:lnSpc>
                <a:spcPct val="120000"/>
              </a:lnSpc>
              <a:spcBef>
                <a:spcPts val="500"/>
              </a:spcBef>
              <a:spcAft>
                <a:spcPts val="0"/>
              </a:spcAft>
              <a:buSzPts val="2240"/>
              <a:buNone/>
              <a:defRPr sz="2000">
                <a:solidFill>
                  <a:srgbClr val="888888"/>
                </a:solidFill>
              </a:defRPr>
            </a:lvl2pPr>
            <a:lvl3pPr indent="-228600" lvl="2" marL="1371600" algn="l">
              <a:lnSpc>
                <a:spcPct val="120000"/>
              </a:lnSpc>
              <a:spcBef>
                <a:spcPts val="500"/>
              </a:spcBef>
              <a:spcAft>
                <a:spcPts val="0"/>
              </a:spcAft>
              <a:buSzPts val="1980"/>
              <a:buNone/>
              <a:defRPr sz="1800">
                <a:solidFill>
                  <a:srgbClr val="888888"/>
                </a:solidFill>
              </a:defRPr>
            </a:lvl3pPr>
            <a:lvl4pPr indent="-228600" lvl="3" marL="1828800" algn="l">
              <a:lnSpc>
                <a:spcPct val="120000"/>
              </a:lnSpc>
              <a:spcBef>
                <a:spcPts val="500"/>
              </a:spcBef>
              <a:spcAft>
                <a:spcPts val="0"/>
              </a:spcAft>
              <a:buSzPts val="1792"/>
              <a:buNone/>
              <a:defRPr sz="1600">
                <a:solidFill>
                  <a:srgbClr val="888888"/>
                </a:solidFill>
              </a:defRPr>
            </a:lvl4pPr>
            <a:lvl5pPr indent="-228600" lvl="4" marL="2286000" algn="l">
              <a:lnSpc>
                <a:spcPct val="120000"/>
              </a:lnSpc>
              <a:spcBef>
                <a:spcPts val="500"/>
              </a:spcBef>
              <a:spcAft>
                <a:spcPts val="0"/>
              </a:spcAft>
              <a:buSzPts val="1792"/>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94" name="Google Shape;194;p80"/>
          <p:cNvSpPr txBox="1"/>
          <p:nvPr>
            <p:ph idx="4" type="body"/>
          </p:nvPr>
        </p:nvSpPr>
        <p:spPr>
          <a:xfrm>
            <a:off x="793614" y="2122841"/>
            <a:ext cx="3367809" cy="561491"/>
          </a:xfrm>
          <a:prstGeom prst="rect">
            <a:avLst/>
          </a:prstGeom>
          <a:noFill/>
          <a:ln>
            <a:noFill/>
          </a:ln>
        </p:spPr>
        <p:txBody>
          <a:bodyPr anchorCtr="0" anchor="t" bIns="45700" lIns="0" spcFirstLastPara="1" rIns="91425" wrap="square" tIns="45700">
            <a:noAutofit/>
          </a:bodyPr>
          <a:lstStyle>
            <a:lvl1pPr indent="-228600" lvl="0" marL="457200" algn="l">
              <a:lnSpc>
                <a:spcPct val="135714"/>
              </a:lnSpc>
              <a:spcBef>
                <a:spcPts val="0"/>
              </a:spcBef>
              <a:spcAft>
                <a:spcPts val="0"/>
              </a:spcAft>
              <a:buSzPts val="1400"/>
              <a:buFont typeface="Lato"/>
              <a:buNone/>
              <a:defRPr b="1" i="0" sz="1400">
                <a:latin typeface="Lato"/>
                <a:ea typeface="Lato"/>
                <a:cs typeface="Lato"/>
                <a:sym typeface="Lato"/>
              </a:defRPr>
            </a:lvl1pPr>
            <a:lvl2pPr indent="-228600" lvl="1" marL="914400" algn="l">
              <a:lnSpc>
                <a:spcPct val="142857"/>
              </a:lnSpc>
              <a:spcBef>
                <a:spcPts val="500"/>
              </a:spcBef>
              <a:spcAft>
                <a:spcPts val="0"/>
              </a:spcAft>
              <a:buSzPts val="1568"/>
              <a:buNone/>
              <a:defRPr b="0" i="1" sz="1400">
                <a:latin typeface="Montserrat"/>
                <a:ea typeface="Montserrat"/>
                <a:cs typeface="Montserrat"/>
                <a:sym typeface="Montserrat"/>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 name="Google Shape;195;p80"/>
          <p:cNvSpPr txBox="1"/>
          <p:nvPr>
            <p:ph idx="5" type="body"/>
          </p:nvPr>
        </p:nvSpPr>
        <p:spPr>
          <a:xfrm>
            <a:off x="793614" y="2684332"/>
            <a:ext cx="3367809" cy="748719"/>
          </a:xfrm>
          <a:prstGeom prst="rect">
            <a:avLst/>
          </a:prstGeom>
          <a:noFill/>
          <a:ln>
            <a:noFill/>
          </a:ln>
        </p:spPr>
        <p:txBody>
          <a:bodyPr anchorCtr="0" anchor="t" bIns="45700" lIns="0" spcFirstLastPara="1" rIns="91425" wrap="square" tIns="45700">
            <a:normAutofit/>
          </a:bodyPr>
          <a:lstStyle>
            <a:lvl1pPr indent="-228600" lvl="0" marL="457200" algn="l">
              <a:lnSpc>
                <a:spcPct val="120000"/>
              </a:lnSpc>
              <a:spcBef>
                <a:spcPts val="1000"/>
              </a:spcBef>
              <a:spcAft>
                <a:spcPts val="0"/>
              </a:spcAft>
              <a:buSzPts val="1400"/>
              <a:buFont typeface="Lato"/>
              <a:buNone/>
              <a:defRPr b="0" i="0" sz="1400">
                <a:latin typeface="Lato"/>
                <a:ea typeface="Lato"/>
                <a:cs typeface="Lato"/>
                <a:sym typeface="Lato"/>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 name="Google Shape;196;p80"/>
          <p:cNvSpPr txBox="1"/>
          <p:nvPr>
            <p:ph idx="6" type="body"/>
          </p:nvPr>
        </p:nvSpPr>
        <p:spPr>
          <a:xfrm>
            <a:off x="4412095" y="2122841"/>
            <a:ext cx="3367809" cy="561491"/>
          </a:xfrm>
          <a:prstGeom prst="rect">
            <a:avLst/>
          </a:prstGeom>
          <a:noFill/>
          <a:ln>
            <a:noFill/>
          </a:ln>
        </p:spPr>
        <p:txBody>
          <a:bodyPr anchorCtr="0" anchor="t" bIns="45700" lIns="0" spcFirstLastPara="1" rIns="91425" wrap="square" tIns="45700">
            <a:noAutofit/>
          </a:bodyPr>
          <a:lstStyle>
            <a:lvl1pPr indent="-228600" lvl="0" marL="457200" algn="l">
              <a:lnSpc>
                <a:spcPct val="135714"/>
              </a:lnSpc>
              <a:spcBef>
                <a:spcPts val="0"/>
              </a:spcBef>
              <a:spcAft>
                <a:spcPts val="0"/>
              </a:spcAft>
              <a:buSzPts val="1400"/>
              <a:buFont typeface="Lato"/>
              <a:buNone/>
              <a:defRPr b="1" i="0" sz="1400">
                <a:latin typeface="Lato"/>
                <a:ea typeface="Lato"/>
                <a:cs typeface="Lato"/>
                <a:sym typeface="Lato"/>
              </a:defRPr>
            </a:lvl1pPr>
            <a:lvl2pPr indent="-228600" lvl="1" marL="914400" algn="l">
              <a:lnSpc>
                <a:spcPct val="142857"/>
              </a:lnSpc>
              <a:spcBef>
                <a:spcPts val="500"/>
              </a:spcBef>
              <a:spcAft>
                <a:spcPts val="0"/>
              </a:spcAft>
              <a:buSzPts val="1568"/>
              <a:buNone/>
              <a:defRPr b="0" i="1" sz="1400">
                <a:latin typeface="Montserrat"/>
                <a:ea typeface="Montserrat"/>
                <a:cs typeface="Montserrat"/>
                <a:sym typeface="Montserrat"/>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 name="Google Shape;197;p80"/>
          <p:cNvSpPr txBox="1"/>
          <p:nvPr>
            <p:ph idx="7" type="body"/>
          </p:nvPr>
        </p:nvSpPr>
        <p:spPr>
          <a:xfrm>
            <a:off x="4412095" y="2684332"/>
            <a:ext cx="3367809" cy="748719"/>
          </a:xfrm>
          <a:prstGeom prst="rect">
            <a:avLst/>
          </a:prstGeom>
          <a:noFill/>
          <a:ln>
            <a:noFill/>
          </a:ln>
        </p:spPr>
        <p:txBody>
          <a:bodyPr anchorCtr="0" anchor="t" bIns="45700" lIns="0" spcFirstLastPara="1" rIns="91425" wrap="square" tIns="45700">
            <a:normAutofit/>
          </a:bodyPr>
          <a:lstStyle>
            <a:lvl1pPr indent="-228600" lvl="0" marL="457200" algn="l">
              <a:lnSpc>
                <a:spcPct val="120000"/>
              </a:lnSpc>
              <a:spcBef>
                <a:spcPts val="1000"/>
              </a:spcBef>
              <a:spcAft>
                <a:spcPts val="0"/>
              </a:spcAft>
              <a:buSzPts val="1400"/>
              <a:buFont typeface="Lato"/>
              <a:buNone/>
              <a:defRPr b="0" i="0" sz="1400">
                <a:latin typeface="Lato"/>
                <a:ea typeface="Lato"/>
                <a:cs typeface="Lato"/>
                <a:sym typeface="Lato"/>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 name="Google Shape;198;p80"/>
          <p:cNvSpPr txBox="1"/>
          <p:nvPr>
            <p:ph idx="8" type="body"/>
          </p:nvPr>
        </p:nvSpPr>
        <p:spPr>
          <a:xfrm>
            <a:off x="8030577" y="2122841"/>
            <a:ext cx="3317674" cy="561491"/>
          </a:xfrm>
          <a:prstGeom prst="rect">
            <a:avLst/>
          </a:prstGeom>
          <a:noFill/>
          <a:ln>
            <a:noFill/>
          </a:ln>
        </p:spPr>
        <p:txBody>
          <a:bodyPr anchorCtr="0" anchor="t" bIns="45700" lIns="0" spcFirstLastPara="1" rIns="91425" wrap="square" tIns="45700">
            <a:noAutofit/>
          </a:bodyPr>
          <a:lstStyle>
            <a:lvl1pPr indent="-228600" lvl="0" marL="457200" algn="l">
              <a:lnSpc>
                <a:spcPct val="135714"/>
              </a:lnSpc>
              <a:spcBef>
                <a:spcPts val="0"/>
              </a:spcBef>
              <a:spcAft>
                <a:spcPts val="0"/>
              </a:spcAft>
              <a:buSzPts val="1400"/>
              <a:buFont typeface="Lato"/>
              <a:buNone/>
              <a:defRPr b="1" i="0" sz="1400">
                <a:latin typeface="Lato"/>
                <a:ea typeface="Lato"/>
                <a:cs typeface="Lato"/>
                <a:sym typeface="Lato"/>
              </a:defRPr>
            </a:lvl1pPr>
            <a:lvl2pPr indent="-228600" lvl="1" marL="914400" algn="l">
              <a:lnSpc>
                <a:spcPct val="142857"/>
              </a:lnSpc>
              <a:spcBef>
                <a:spcPts val="500"/>
              </a:spcBef>
              <a:spcAft>
                <a:spcPts val="0"/>
              </a:spcAft>
              <a:buSzPts val="1568"/>
              <a:buNone/>
              <a:defRPr b="0" i="1" sz="1400">
                <a:latin typeface="Montserrat"/>
                <a:ea typeface="Montserrat"/>
                <a:cs typeface="Montserrat"/>
                <a:sym typeface="Montserrat"/>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 name="Google Shape;199;p80"/>
          <p:cNvSpPr txBox="1"/>
          <p:nvPr>
            <p:ph idx="9" type="body"/>
          </p:nvPr>
        </p:nvSpPr>
        <p:spPr>
          <a:xfrm>
            <a:off x="8030577" y="2684332"/>
            <a:ext cx="3317674" cy="748719"/>
          </a:xfrm>
          <a:prstGeom prst="rect">
            <a:avLst/>
          </a:prstGeom>
          <a:noFill/>
          <a:ln>
            <a:noFill/>
          </a:ln>
        </p:spPr>
        <p:txBody>
          <a:bodyPr anchorCtr="0" anchor="t" bIns="45700" lIns="0" spcFirstLastPara="1" rIns="91425" wrap="square" tIns="45700">
            <a:normAutofit/>
          </a:bodyPr>
          <a:lstStyle>
            <a:lvl1pPr indent="-228600" lvl="0" marL="457200" algn="l">
              <a:lnSpc>
                <a:spcPct val="120000"/>
              </a:lnSpc>
              <a:spcBef>
                <a:spcPts val="1000"/>
              </a:spcBef>
              <a:spcAft>
                <a:spcPts val="0"/>
              </a:spcAft>
              <a:buSzPts val="1400"/>
              <a:buFont typeface="Lato"/>
              <a:buNone/>
              <a:defRPr b="0" i="0" sz="1400">
                <a:latin typeface="Lato"/>
                <a:ea typeface="Lato"/>
                <a:cs typeface="Lato"/>
                <a:sym typeface="Lato"/>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 name="Google Shape;200;p80"/>
          <p:cNvSpPr txBox="1"/>
          <p:nvPr>
            <p:ph idx="13" type="body"/>
          </p:nvPr>
        </p:nvSpPr>
        <p:spPr>
          <a:xfrm>
            <a:off x="4412095" y="3822149"/>
            <a:ext cx="3389674" cy="325852"/>
          </a:xfrm>
          <a:prstGeom prst="rect">
            <a:avLst/>
          </a:prstGeom>
          <a:noFill/>
          <a:ln>
            <a:noFill/>
          </a:ln>
        </p:spPr>
        <p:txBody>
          <a:bodyPr anchorCtr="0" anchor="t" bIns="45700" lIns="0" spcFirstLastPara="1" rIns="91425" wrap="square" tIns="45700">
            <a:normAutofit/>
          </a:bodyPr>
          <a:lstStyle>
            <a:lvl1pPr indent="-228600" lvl="0" marL="457200" algn="l">
              <a:lnSpc>
                <a:spcPct val="120000"/>
              </a:lnSpc>
              <a:spcBef>
                <a:spcPts val="1000"/>
              </a:spcBef>
              <a:spcAft>
                <a:spcPts val="0"/>
              </a:spcAft>
              <a:buSzPts val="1400"/>
              <a:buFont typeface="Lato"/>
              <a:buNone/>
              <a:defRPr b="1" i="0" sz="1400">
                <a:solidFill>
                  <a:srgbClr val="B83A4B"/>
                </a:solidFill>
                <a:latin typeface="Lato"/>
                <a:ea typeface="Lato"/>
                <a:cs typeface="Lato"/>
                <a:sym typeface="Lato"/>
              </a:defRPr>
            </a:lvl1pPr>
            <a:lvl2pPr indent="-228600" lvl="1" marL="914400" algn="l">
              <a:lnSpc>
                <a:spcPct val="120000"/>
              </a:lnSpc>
              <a:spcBef>
                <a:spcPts val="500"/>
              </a:spcBef>
              <a:spcAft>
                <a:spcPts val="0"/>
              </a:spcAft>
              <a:buSzPts val="2240"/>
              <a:buNone/>
              <a:defRPr sz="2000">
                <a:solidFill>
                  <a:srgbClr val="888888"/>
                </a:solidFill>
              </a:defRPr>
            </a:lvl2pPr>
            <a:lvl3pPr indent="-228600" lvl="2" marL="1371600" algn="l">
              <a:lnSpc>
                <a:spcPct val="120000"/>
              </a:lnSpc>
              <a:spcBef>
                <a:spcPts val="500"/>
              </a:spcBef>
              <a:spcAft>
                <a:spcPts val="0"/>
              </a:spcAft>
              <a:buSzPts val="1980"/>
              <a:buNone/>
              <a:defRPr sz="1800">
                <a:solidFill>
                  <a:srgbClr val="888888"/>
                </a:solidFill>
              </a:defRPr>
            </a:lvl3pPr>
            <a:lvl4pPr indent="-228600" lvl="3" marL="1828800" algn="l">
              <a:lnSpc>
                <a:spcPct val="120000"/>
              </a:lnSpc>
              <a:spcBef>
                <a:spcPts val="500"/>
              </a:spcBef>
              <a:spcAft>
                <a:spcPts val="0"/>
              </a:spcAft>
              <a:buSzPts val="1792"/>
              <a:buNone/>
              <a:defRPr sz="1600">
                <a:solidFill>
                  <a:srgbClr val="888888"/>
                </a:solidFill>
              </a:defRPr>
            </a:lvl4pPr>
            <a:lvl5pPr indent="-228600" lvl="4" marL="2286000" algn="l">
              <a:lnSpc>
                <a:spcPct val="120000"/>
              </a:lnSpc>
              <a:spcBef>
                <a:spcPts val="500"/>
              </a:spcBef>
              <a:spcAft>
                <a:spcPts val="0"/>
              </a:spcAft>
              <a:buSzPts val="1792"/>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01" name="Google Shape;201;p80"/>
          <p:cNvSpPr txBox="1"/>
          <p:nvPr>
            <p:ph idx="14" type="body"/>
          </p:nvPr>
        </p:nvSpPr>
        <p:spPr>
          <a:xfrm>
            <a:off x="8030577" y="3822149"/>
            <a:ext cx="3317673" cy="325852"/>
          </a:xfrm>
          <a:prstGeom prst="rect">
            <a:avLst/>
          </a:prstGeom>
          <a:noFill/>
          <a:ln>
            <a:noFill/>
          </a:ln>
        </p:spPr>
        <p:txBody>
          <a:bodyPr anchorCtr="0" anchor="t" bIns="45700" lIns="0" spcFirstLastPara="1" rIns="91425" wrap="square" tIns="45700">
            <a:normAutofit/>
          </a:bodyPr>
          <a:lstStyle>
            <a:lvl1pPr indent="-228600" lvl="0" marL="457200" algn="l">
              <a:lnSpc>
                <a:spcPct val="120000"/>
              </a:lnSpc>
              <a:spcBef>
                <a:spcPts val="1000"/>
              </a:spcBef>
              <a:spcAft>
                <a:spcPts val="0"/>
              </a:spcAft>
              <a:buSzPts val="1400"/>
              <a:buFont typeface="Lato"/>
              <a:buNone/>
              <a:defRPr b="1" i="0" sz="1400">
                <a:solidFill>
                  <a:srgbClr val="B83A4B"/>
                </a:solidFill>
                <a:latin typeface="Lato"/>
                <a:ea typeface="Lato"/>
                <a:cs typeface="Lato"/>
                <a:sym typeface="Lato"/>
              </a:defRPr>
            </a:lvl1pPr>
            <a:lvl2pPr indent="-228600" lvl="1" marL="914400" algn="l">
              <a:lnSpc>
                <a:spcPct val="120000"/>
              </a:lnSpc>
              <a:spcBef>
                <a:spcPts val="500"/>
              </a:spcBef>
              <a:spcAft>
                <a:spcPts val="0"/>
              </a:spcAft>
              <a:buSzPts val="2240"/>
              <a:buNone/>
              <a:defRPr sz="2000">
                <a:solidFill>
                  <a:srgbClr val="888888"/>
                </a:solidFill>
              </a:defRPr>
            </a:lvl2pPr>
            <a:lvl3pPr indent="-228600" lvl="2" marL="1371600" algn="l">
              <a:lnSpc>
                <a:spcPct val="120000"/>
              </a:lnSpc>
              <a:spcBef>
                <a:spcPts val="500"/>
              </a:spcBef>
              <a:spcAft>
                <a:spcPts val="0"/>
              </a:spcAft>
              <a:buSzPts val="1980"/>
              <a:buNone/>
              <a:defRPr sz="1800">
                <a:solidFill>
                  <a:srgbClr val="888888"/>
                </a:solidFill>
              </a:defRPr>
            </a:lvl3pPr>
            <a:lvl4pPr indent="-228600" lvl="3" marL="1828800" algn="l">
              <a:lnSpc>
                <a:spcPct val="120000"/>
              </a:lnSpc>
              <a:spcBef>
                <a:spcPts val="500"/>
              </a:spcBef>
              <a:spcAft>
                <a:spcPts val="0"/>
              </a:spcAft>
              <a:buSzPts val="1792"/>
              <a:buNone/>
              <a:defRPr sz="1600">
                <a:solidFill>
                  <a:srgbClr val="888888"/>
                </a:solidFill>
              </a:defRPr>
            </a:lvl4pPr>
            <a:lvl5pPr indent="-228600" lvl="4" marL="2286000" algn="l">
              <a:lnSpc>
                <a:spcPct val="120000"/>
              </a:lnSpc>
              <a:spcBef>
                <a:spcPts val="500"/>
              </a:spcBef>
              <a:spcAft>
                <a:spcPts val="0"/>
              </a:spcAft>
              <a:buSzPts val="1792"/>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02" name="Google Shape;202;p80"/>
          <p:cNvSpPr txBox="1"/>
          <p:nvPr>
            <p:ph idx="15" type="body"/>
          </p:nvPr>
        </p:nvSpPr>
        <p:spPr>
          <a:xfrm>
            <a:off x="793614" y="4295352"/>
            <a:ext cx="3361323" cy="561491"/>
          </a:xfrm>
          <a:prstGeom prst="rect">
            <a:avLst/>
          </a:prstGeom>
          <a:noFill/>
          <a:ln>
            <a:noFill/>
          </a:ln>
        </p:spPr>
        <p:txBody>
          <a:bodyPr anchorCtr="0" anchor="t" bIns="45700" lIns="0" spcFirstLastPara="1" rIns="91425" wrap="square" tIns="45700">
            <a:noAutofit/>
          </a:bodyPr>
          <a:lstStyle>
            <a:lvl1pPr indent="-228600" lvl="0" marL="457200" algn="l">
              <a:lnSpc>
                <a:spcPct val="135714"/>
              </a:lnSpc>
              <a:spcBef>
                <a:spcPts val="0"/>
              </a:spcBef>
              <a:spcAft>
                <a:spcPts val="0"/>
              </a:spcAft>
              <a:buSzPts val="1400"/>
              <a:buFont typeface="Lato"/>
              <a:buNone/>
              <a:defRPr b="1" i="0" sz="1400">
                <a:latin typeface="Lato"/>
                <a:ea typeface="Lato"/>
                <a:cs typeface="Lato"/>
                <a:sym typeface="Lato"/>
              </a:defRPr>
            </a:lvl1pPr>
            <a:lvl2pPr indent="-228600" lvl="1" marL="914400" algn="l">
              <a:lnSpc>
                <a:spcPct val="142857"/>
              </a:lnSpc>
              <a:spcBef>
                <a:spcPts val="500"/>
              </a:spcBef>
              <a:spcAft>
                <a:spcPts val="0"/>
              </a:spcAft>
              <a:buSzPts val="1568"/>
              <a:buNone/>
              <a:defRPr b="0" i="1" sz="1400">
                <a:latin typeface="Montserrat"/>
                <a:ea typeface="Montserrat"/>
                <a:cs typeface="Montserrat"/>
                <a:sym typeface="Montserrat"/>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 name="Google Shape;203;p80"/>
          <p:cNvSpPr txBox="1"/>
          <p:nvPr>
            <p:ph idx="16" type="body"/>
          </p:nvPr>
        </p:nvSpPr>
        <p:spPr>
          <a:xfrm>
            <a:off x="793614" y="4856843"/>
            <a:ext cx="3361323" cy="748719"/>
          </a:xfrm>
          <a:prstGeom prst="rect">
            <a:avLst/>
          </a:prstGeom>
          <a:noFill/>
          <a:ln>
            <a:noFill/>
          </a:ln>
        </p:spPr>
        <p:txBody>
          <a:bodyPr anchorCtr="0" anchor="t" bIns="45700" lIns="0" spcFirstLastPara="1" rIns="91425" wrap="square" tIns="45700">
            <a:normAutofit/>
          </a:bodyPr>
          <a:lstStyle>
            <a:lvl1pPr indent="-228600" lvl="0" marL="457200" algn="l">
              <a:lnSpc>
                <a:spcPct val="120000"/>
              </a:lnSpc>
              <a:spcBef>
                <a:spcPts val="1000"/>
              </a:spcBef>
              <a:spcAft>
                <a:spcPts val="0"/>
              </a:spcAft>
              <a:buSzPts val="1400"/>
              <a:buFont typeface="Lato"/>
              <a:buNone/>
              <a:defRPr b="0" i="0" sz="1400">
                <a:latin typeface="Lato"/>
                <a:ea typeface="Lato"/>
                <a:cs typeface="Lato"/>
                <a:sym typeface="Lato"/>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 name="Google Shape;204;p80"/>
          <p:cNvSpPr txBox="1"/>
          <p:nvPr>
            <p:ph idx="17" type="body"/>
          </p:nvPr>
        </p:nvSpPr>
        <p:spPr>
          <a:xfrm>
            <a:off x="4412095" y="4295352"/>
            <a:ext cx="3389674" cy="561491"/>
          </a:xfrm>
          <a:prstGeom prst="rect">
            <a:avLst/>
          </a:prstGeom>
          <a:noFill/>
          <a:ln>
            <a:noFill/>
          </a:ln>
        </p:spPr>
        <p:txBody>
          <a:bodyPr anchorCtr="0" anchor="t" bIns="45700" lIns="0" spcFirstLastPara="1" rIns="91425" wrap="square" tIns="45700">
            <a:noAutofit/>
          </a:bodyPr>
          <a:lstStyle>
            <a:lvl1pPr indent="-228600" lvl="0" marL="457200" algn="l">
              <a:lnSpc>
                <a:spcPct val="135714"/>
              </a:lnSpc>
              <a:spcBef>
                <a:spcPts val="0"/>
              </a:spcBef>
              <a:spcAft>
                <a:spcPts val="0"/>
              </a:spcAft>
              <a:buSzPts val="1400"/>
              <a:buFont typeface="Lato"/>
              <a:buNone/>
              <a:defRPr b="1" i="0" sz="1400">
                <a:latin typeface="Lato"/>
                <a:ea typeface="Lato"/>
                <a:cs typeface="Lato"/>
                <a:sym typeface="Lato"/>
              </a:defRPr>
            </a:lvl1pPr>
            <a:lvl2pPr indent="-228600" lvl="1" marL="914400" algn="l">
              <a:lnSpc>
                <a:spcPct val="142857"/>
              </a:lnSpc>
              <a:spcBef>
                <a:spcPts val="500"/>
              </a:spcBef>
              <a:spcAft>
                <a:spcPts val="0"/>
              </a:spcAft>
              <a:buSzPts val="1568"/>
              <a:buNone/>
              <a:defRPr b="0" i="1" sz="1400">
                <a:latin typeface="Montserrat"/>
                <a:ea typeface="Montserrat"/>
                <a:cs typeface="Montserrat"/>
                <a:sym typeface="Montserrat"/>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p80"/>
          <p:cNvSpPr txBox="1"/>
          <p:nvPr>
            <p:ph idx="18" type="body"/>
          </p:nvPr>
        </p:nvSpPr>
        <p:spPr>
          <a:xfrm>
            <a:off x="4412095" y="4856843"/>
            <a:ext cx="3389674" cy="748719"/>
          </a:xfrm>
          <a:prstGeom prst="rect">
            <a:avLst/>
          </a:prstGeom>
          <a:noFill/>
          <a:ln>
            <a:noFill/>
          </a:ln>
        </p:spPr>
        <p:txBody>
          <a:bodyPr anchorCtr="0" anchor="t" bIns="45700" lIns="0" spcFirstLastPara="1" rIns="91425" wrap="square" tIns="45700">
            <a:normAutofit/>
          </a:bodyPr>
          <a:lstStyle>
            <a:lvl1pPr indent="-228600" lvl="0" marL="457200" algn="l">
              <a:lnSpc>
                <a:spcPct val="120000"/>
              </a:lnSpc>
              <a:spcBef>
                <a:spcPts val="1000"/>
              </a:spcBef>
              <a:spcAft>
                <a:spcPts val="0"/>
              </a:spcAft>
              <a:buSzPts val="1400"/>
              <a:buFont typeface="Lato"/>
              <a:buNone/>
              <a:defRPr b="0" i="0" sz="1400">
                <a:latin typeface="Lato"/>
                <a:ea typeface="Lato"/>
                <a:cs typeface="Lato"/>
                <a:sym typeface="Lato"/>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 name="Google Shape;206;p80"/>
          <p:cNvSpPr txBox="1"/>
          <p:nvPr>
            <p:ph idx="19" type="body"/>
          </p:nvPr>
        </p:nvSpPr>
        <p:spPr>
          <a:xfrm>
            <a:off x="8030577" y="4295352"/>
            <a:ext cx="3317673" cy="561491"/>
          </a:xfrm>
          <a:prstGeom prst="rect">
            <a:avLst/>
          </a:prstGeom>
          <a:noFill/>
          <a:ln>
            <a:noFill/>
          </a:ln>
        </p:spPr>
        <p:txBody>
          <a:bodyPr anchorCtr="0" anchor="t" bIns="45700" lIns="0" spcFirstLastPara="1" rIns="91425" wrap="square" tIns="45700">
            <a:noAutofit/>
          </a:bodyPr>
          <a:lstStyle>
            <a:lvl1pPr indent="-228600" lvl="0" marL="457200" algn="l">
              <a:lnSpc>
                <a:spcPct val="135714"/>
              </a:lnSpc>
              <a:spcBef>
                <a:spcPts val="0"/>
              </a:spcBef>
              <a:spcAft>
                <a:spcPts val="0"/>
              </a:spcAft>
              <a:buSzPts val="1400"/>
              <a:buFont typeface="Lato"/>
              <a:buNone/>
              <a:defRPr b="1" i="0" sz="1400">
                <a:latin typeface="Lato"/>
                <a:ea typeface="Lato"/>
                <a:cs typeface="Lato"/>
                <a:sym typeface="Lato"/>
              </a:defRPr>
            </a:lvl1pPr>
            <a:lvl2pPr indent="-228600" lvl="1" marL="914400" algn="l">
              <a:lnSpc>
                <a:spcPct val="142857"/>
              </a:lnSpc>
              <a:spcBef>
                <a:spcPts val="500"/>
              </a:spcBef>
              <a:spcAft>
                <a:spcPts val="0"/>
              </a:spcAft>
              <a:buSzPts val="1568"/>
              <a:buNone/>
              <a:defRPr b="0" i="1" sz="1400">
                <a:latin typeface="Montserrat"/>
                <a:ea typeface="Montserrat"/>
                <a:cs typeface="Montserrat"/>
                <a:sym typeface="Montserrat"/>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 name="Google Shape;207;p80"/>
          <p:cNvSpPr txBox="1"/>
          <p:nvPr>
            <p:ph idx="20" type="body"/>
          </p:nvPr>
        </p:nvSpPr>
        <p:spPr>
          <a:xfrm>
            <a:off x="8030577" y="4856843"/>
            <a:ext cx="3317673" cy="748719"/>
          </a:xfrm>
          <a:prstGeom prst="rect">
            <a:avLst/>
          </a:prstGeom>
          <a:noFill/>
          <a:ln>
            <a:noFill/>
          </a:ln>
        </p:spPr>
        <p:txBody>
          <a:bodyPr anchorCtr="0" anchor="t" bIns="45700" lIns="0" spcFirstLastPara="1" rIns="91425" wrap="square" tIns="45700">
            <a:normAutofit/>
          </a:bodyPr>
          <a:lstStyle>
            <a:lvl1pPr indent="-228600" lvl="0" marL="457200" algn="l">
              <a:lnSpc>
                <a:spcPct val="120000"/>
              </a:lnSpc>
              <a:spcBef>
                <a:spcPts val="1000"/>
              </a:spcBef>
              <a:spcAft>
                <a:spcPts val="0"/>
              </a:spcAft>
              <a:buSzPts val="1400"/>
              <a:buFont typeface="Lato"/>
              <a:buNone/>
              <a:defRPr b="0" i="0" sz="1400">
                <a:latin typeface="Lato"/>
                <a:ea typeface="Lato"/>
                <a:cs typeface="Lato"/>
                <a:sym typeface="Lato"/>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 name="Google Shape;208;p80"/>
          <p:cNvSpPr txBox="1"/>
          <p:nvPr>
            <p:ph idx="21" type="body"/>
          </p:nvPr>
        </p:nvSpPr>
        <p:spPr>
          <a:xfrm>
            <a:off x="800100" y="3822149"/>
            <a:ext cx="3361323" cy="325852"/>
          </a:xfrm>
          <a:prstGeom prst="rect">
            <a:avLst/>
          </a:prstGeom>
          <a:noFill/>
          <a:ln>
            <a:noFill/>
          </a:ln>
        </p:spPr>
        <p:txBody>
          <a:bodyPr anchorCtr="0" anchor="t" bIns="45700" lIns="0" spcFirstLastPara="1" rIns="91425" wrap="square" tIns="45700">
            <a:normAutofit/>
          </a:bodyPr>
          <a:lstStyle>
            <a:lvl1pPr indent="-228600" lvl="0" marL="457200" algn="l">
              <a:lnSpc>
                <a:spcPct val="120000"/>
              </a:lnSpc>
              <a:spcBef>
                <a:spcPts val="1000"/>
              </a:spcBef>
              <a:spcAft>
                <a:spcPts val="0"/>
              </a:spcAft>
              <a:buSzPts val="1400"/>
              <a:buFont typeface="Lato"/>
              <a:buNone/>
              <a:defRPr b="1" i="0" sz="1400">
                <a:solidFill>
                  <a:srgbClr val="B83A4B"/>
                </a:solidFill>
                <a:latin typeface="Lato"/>
                <a:ea typeface="Lato"/>
                <a:cs typeface="Lato"/>
                <a:sym typeface="Lato"/>
              </a:defRPr>
            </a:lvl1pPr>
            <a:lvl2pPr indent="-228600" lvl="1" marL="914400" algn="l">
              <a:lnSpc>
                <a:spcPct val="120000"/>
              </a:lnSpc>
              <a:spcBef>
                <a:spcPts val="500"/>
              </a:spcBef>
              <a:spcAft>
                <a:spcPts val="0"/>
              </a:spcAft>
              <a:buSzPts val="2240"/>
              <a:buNone/>
              <a:defRPr sz="2000">
                <a:solidFill>
                  <a:srgbClr val="888888"/>
                </a:solidFill>
              </a:defRPr>
            </a:lvl2pPr>
            <a:lvl3pPr indent="-228600" lvl="2" marL="1371600" algn="l">
              <a:lnSpc>
                <a:spcPct val="120000"/>
              </a:lnSpc>
              <a:spcBef>
                <a:spcPts val="500"/>
              </a:spcBef>
              <a:spcAft>
                <a:spcPts val="0"/>
              </a:spcAft>
              <a:buSzPts val="1980"/>
              <a:buNone/>
              <a:defRPr sz="1800">
                <a:solidFill>
                  <a:srgbClr val="888888"/>
                </a:solidFill>
              </a:defRPr>
            </a:lvl3pPr>
            <a:lvl4pPr indent="-228600" lvl="3" marL="1828800" algn="l">
              <a:lnSpc>
                <a:spcPct val="120000"/>
              </a:lnSpc>
              <a:spcBef>
                <a:spcPts val="500"/>
              </a:spcBef>
              <a:spcAft>
                <a:spcPts val="0"/>
              </a:spcAft>
              <a:buSzPts val="1792"/>
              <a:buNone/>
              <a:defRPr sz="1600">
                <a:solidFill>
                  <a:srgbClr val="888888"/>
                </a:solidFill>
              </a:defRPr>
            </a:lvl4pPr>
            <a:lvl5pPr indent="-228600" lvl="4" marL="2286000" algn="l">
              <a:lnSpc>
                <a:spcPct val="120000"/>
              </a:lnSpc>
              <a:spcBef>
                <a:spcPts val="500"/>
              </a:spcBef>
              <a:spcAft>
                <a:spcPts val="0"/>
              </a:spcAft>
              <a:buSzPts val="1792"/>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pic>
        <p:nvPicPr>
          <p:cNvPr id="209" name="Google Shape;209;p80"/>
          <p:cNvPicPr preferRelativeResize="0"/>
          <p:nvPr/>
        </p:nvPicPr>
        <p:blipFill rotWithShape="1">
          <a:blip r:embed="rId2">
            <a:alphaModFix/>
          </a:blip>
          <a:srcRect b="0" l="0" r="0" t="0"/>
          <a:stretch/>
        </p:blipFill>
        <p:spPr>
          <a:xfrm>
            <a:off x="0" y="-11652"/>
            <a:ext cx="12192000" cy="209223"/>
          </a:xfrm>
          <a:prstGeom prst="rect">
            <a:avLst/>
          </a:prstGeom>
          <a:noFill/>
          <a:ln>
            <a:noFill/>
          </a:ln>
        </p:spPr>
      </p:pic>
      <p:sp>
        <p:nvSpPr>
          <p:cNvPr id="210" name="Google Shape;210;p80"/>
          <p:cNvSpPr/>
          <p:nvPr/>
        </p:nvSpPr>
        <p:spPr>
          <a:xfrm>
            <a:off x="0" y="-13960"/>
            <a:ext cx="12192000" cy="211532"/>
          </a:xfrm>
          <a:prstGeom prst="rect">
            <a:avLst/>
          </a:prstGeom>
          <a:solidFill>
            <a:srgbClr val="D4D1D1">
              <a:alpha val="25098"/>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211" name="Google Shape;211;p80"/>
          <p:cNvCxnSpPr/>
          <p:nvPr/>
        </p:nvCxnSpPr>
        <p:spPr>
          <a:xfrm>
            <a:off x="800100" y="4155271"/>
            <a:ext cx="10569864" cy="0"/>
          </a:xfrm>
          <a:prstGeom prst="straightConnector1">
            <a:avLst/>
          </a:prstGeom>
          <a:noFill/>
          <a:ln cap="flat" cmpd="sng" w="9525">
            <a:solidFill>
              <a:srgbClr val="8C1515"/>
            </a:solidFill>
            <a:prstDash val="solid"/>
            <a:miter lim="800000"/>
            <a:headEnd len="sm" w="sm" type="none"/>
            <a:tailEnd len="sm" w="sm" type="none"/>
          </a:ln>
        </p:spPr>
      </p:cxnSp>
      <p:sp>
        <p:nvSpPr>
          <p:cNvPr id="212" name="Google Shape;212;p80"/>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 Image" showMasterSp="0">
  <p:cSld name="Section Break - Image">
    <p:spTree>
      <p:nvGrpSpPr>
        <p:cNvPr id="213" name="Shape 213"/>
        <p:cNvGrpSpPr/>
        <p:nvPr/>
      </p:nvGrpSpPr>
      <p:grpSpPr>
        <a:xfrm>
          <a:off x="0" y="0"/>
          <a:ext cx="0" cy="0"/>
          <a:chOff x="0" y="0"/>
          <a:chExt cx="0" cy="0"/>
        </a:xfrm>
      </p:grpSpPr>
      <p:pic>
        <p:nvPicPr>
          <p:cNvPr id="214" name="Google Shape;214;p8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15" name="Google Shape;215;p81"/>
          <p:cNvSpPr txBox="1"/>
          <p:nvPr>
            <p:ph type="title"/>
          </p:nvPr>
        </p:nvSpPr>
        <p:spPr>
          <a:xfrm>
            <a:off x="800100" y="2615992"/>
            <a:ext cx="10553700" cy="1213729"/>
          </a:xfrm>
          <a:prstGeom prst="rect">
            <a:avLst/>
          </a:prstGeom>
          <a:noFill/>
          <a:ln>
            <a:noFill/>
          </a:ln>
        </p:spPr>
        <p:txBody>
          <a:bodyPr anchorCtr="0" anchor="t" bIns="45700" lIns="0" spcFirstLastPara="1" rIns="91425" wrap="square" tIns="45700">
            <a:normAutofit/>
          </a:bodyPr>
          <a:lstStyle>
            <a:lvl1pPr lvl="0" algn="l">
              <a:lnSpc>
                <a:spcPct val="90000"/>
              </a:lnSpc>
              <a:spcBef>
                <a:spcPts val="0"/>
              </a:spcBef>
              <a:spcAft>
                <a:spcPts val="0"/>
              </a:spcAft>
              <a:buClr>
                <a:schemeClr val="lt1"/>
              </a:buClr>
              <a:buSzPts val="3600"/>
              <a:buFont typeface="Lato"/>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216" name="Google Shape;216;p81"/>
          <p:cNvCxnSpPr/>
          <p:nvPr/>
        </p:nvCxnSpPr>
        <p:spPr>
          <a:xfrm>
            <a:off x="800100" y="2522007"/>
            <a:ext cx="10553700" cy="0"/>
          </a:xfrm>
          <a:prstGeom prst="straightConnector1">
            <a:avLst/>
          </a:prstGeom>
          <a:noFill/>
          <a:ln cap="flat" cmpd="sng" w="9525">
            <a:solidFill>
              <a:schemeClr val="lt1"/>
            </a:solidFill>
            <a:prstDash val="solid"/>
            <a:miter lim="800000"/>
            <a:headEnd len="sm" w="sm" type="none"/>
            <a:tailEnd len="sm" w="sm" type="none"/>
          </a:ln>
        </p:spPr>
      </p:cxnSp>
      <p:sp>
        <p:nvSpPr>
          <p:cNvPr id="217" name="Google Shape;217;p81"/>
          <p:cNvSpPr txBox="1"/>
          <p:nvPr>
            <p:ph idx="1" type="body"/>
          </p:nvPr>
        </p:nvSpPr>
        <p:spPr>
          <a:xfrm>
            <a:off x="800100" y="1273091"/>
            <a:ext cx="1460711" cy="1243012"/>
          </a:xfrm>
          <a:prstGeom prst="rect">
            <a:avLst/>
          </a:prstGeom>
          <a:noFill/>
          <a:ln>
            <a:noFill/>
          </a:ln>
        </p:spPr>
        <p:txBody>
          <a:bodyPr anchorCtr="0" anchor="b" bIns="45700" lIns="0" spcFirstLastPara="1" rIns="91425" wrap="square" tIns="45700">
            <a:normAutofit/>
          </a:bodyPr>
          <a:lstStyle>
            <a:lvl1pPr indent="-228600" lvl="0" marL="457200" algn="l">
              <a:lnSpc>
                <a:spcPct val="120000"/>
              </a:lnSpc>
              <a:spcBef>
                <a:spcPts val="1000"/>
              </a:spcBef>
              <a:spcAft>
                <a:spcPts val="0"/>
              </a:spcAft>
              <a:buSzPts val="6000"/>
              <a:buFont typeface="Lato"/>
              <a:buNone/>
              <a:defRPr sz="6000">
                <a:solidFill>
                  <a:schemeClr val="lt1"/>
                </a:solidFill>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18" name="Google Shape;218;p81"/>
          <p:cNvPicPr preferRelativeResize="0"/>
          <p:nvPr/>
        </p:nvPicPr>
        <p:blipFill rotWithShape="1">
          <a:blip r:embed="rId3">
            <a:alphaModFix/>
          </a:blip>
          <a:srcRect b="0" l="0" r="0" t="0"/>
          <a:stretch/>
        </p:blipFill>
        <p:spPr>
          <a:xfrm>
            <a:off x="788670" y="6361842"/>
            <a:ext cx="643152" cy="212519"/>
          </a:xfrm>
          <a:prstGeom prst="rect">
            <a:avLst/>
          </a:prstGeom>
          <a:noFill/>
          <a:ln>
            <a:noFill/>
          </a:ln>
        </p:spPr>
      </p:pic>
      <p:sp>
        <p:nvSpPr>
          <p:cNvPr id="219" name="Google Shape;219;p81"/>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 Red" showMasterSp="0">
  <p:cSld name="Section Break - Red">
    <p:bg>
      <p:bgPr>
        <a:gradFill>
          <a:gsLst>
            <a:gs pos="0">
              <a:srgbClr val="E04F39"/>
            </a:gs>
            <a:gs pos="15000">
              <a:srgbClr val="E04F39"/>
            </a:gs>
            <a:gs pos="50000">
              <a:srgbClr val="AF2D24"/>
            </a:gs>
            <a:gs pos="100000">
              <a:srgbClr val="8C1515"/>
            </a:gs>
          </a:gsLst>
          <a:lin ang="8100000" scaled="0"/>
        </a:gradFill>
      </p:bgPr>
    </p:bg>
    <p:spTree>
      <p:nvGrpSpPr>
        <p:cNvPr id="220" name="Shape 220"/>
        <p:cNvGrpSpPr/>
        <p:nvPr/>
      </p:nvGrpSpPr>
      <p:grpSpPr>
        <a:xfrm>
          <a:off x="0" y="0"/>
          <a:ext cx="0" cy="0"/>
          <a:chOff x="0" y="0"/>
          <a:chExt cx="0" cy="0"/>
        </a:xfrm>
      </p:grpSpPr>
      <p:pic>
        <p:nvPicPr>
          <p:cNvPr id="221" name="Google Shape;221;p8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22" name="Google Shape;222;p82"/>
          <p:cNvSpPr txBox="1"/>
          <p:nvPr>
            <p:ph type="title"/>
          </p:nvPr>
        </p:nvSpPr>
        <p:spPr>
          <a:xfrm>
            <a:off x="800100" y="2615992"/>
            <a:ext cx="10553700" cy="1213729"/>
          </a:xfrm>
          <a:prstGeom prst="rect">
            <a:avLst/>
          </a:prstGeom>
          <a:noFill/>
          <a:ln>
            <a:noFill/>
          </a:ln>
        </p:spPr>
        <p:txBody>
          <a:bodyPr anchorCtr="0" anchor="t" bIns="45700" lIns="0" spcFirstLastPara="1" rIns="91425" wrap="square" tIns="45700">
            <a:normAutofit/>
          </a:bodyPr>
          <a:lstStyle>
            <a:lvl1pPr lvl="0" algn="l">
              <a:lnSpc>
                <a:spcPct val="90000"/>
              </a:lnSpc>
              <a:spcBef>
                <a:spcPts val="0"/>
              </a:spcBef>
              <a:spcAft>
                <a:spcPts val="0"/>
              </a:spcAft>
              <a:buClr>
                <a:schemeClr val="lt1"/>
              </a:buClr>
              <a:buSzPts val="3600"/>
              <a:buFont typeface="Lato"/>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223" name="Google Shape;223;p82"/>
          <p:cNvCxnSpPr/>
          <p:nvPr/>
        </p:nvCxnSpPr>
        <p:spPr>
          <a:xfrm>
            <a:off x="800100" y="2522007"/>
            <a:ext cx="10553700" cy="0"/>
          </a:xfrm>
          <a:prstGeom prst="straightConnector1">
            <a:avLst/>
          </a:prstGeom>
          <a:noFill/>
          <a:ln cap="flat" cmpd="sng" w="9525">
            <a:solidFill>
              <a:schemeClr val="lt1"/>
            </a:solidFill>
            <a:prstDash val="solid"/>
            <a:miter lim="800000"/>
            <a:headEnd len="sm" w="sm" type="none"/>
            <a:tailEnd len="sm" w="sm" type="none"/>
          </a:ln>
        </p:spPr>
      </p:cxnSp>
      <p:sp>
        <p:nvSpPr>
          <p:cNvPr id="224" name="Google Shape;224;p82"/>
          <p:cNvSpPr txBox="1"/>
          <p:nvPr>
            <p:ph idx="1" type="body"/>
          </p:nvPr>
        </p:nvSpPr>
        <p:spPr>
          <a:xfrm>
            <a:off x="800100" y="1273091"/>
            <a:ext cx="1460711" cy="1243012"/>
          </a:xfrm>
          <a:prstGeom prst="rect">
            <a:avLst/>
          </a:prstGeom>
          <a:noFill/>
          <a:ln>
            <a:noFill/>
          </a:ln>
        </p:spPr>
        <p:txBody>
          <a:bodyPr anchorCtr="0" anchor="b" bIns="45700" lIns="0" spcFirstLastPara="1" rIns="91425" wrap="square" tIns="45700">
            <a:normAutofit/>
          </a:bodyPr>
          <a:lstStyle>
            <a:lvl1pPr indent="-228600" lvl="0" marL="457200" algn="l">
              <a:lnSpc>
                <a:spcPct val="120000"/>
              </a:lnSpc>
              <a:spcBef>
                <a:spcPts val="1000"/>
              </a:spcBef>
              <a:spcAft>
                <a:spcPts val="0"/>
              </a:spcAft>
              <a:buSzPts val="6000"/>
              <a:buFont typeface="Lato"/>
              <a:buNone/>
              <a:defRPr sz="6000">
                <a:solidFill>
                  <a:schemeClr val="lt1"/>
                </a:solidFill>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25" name="Google Shape;225;p82"/>
          <p:cNvPicPr preferRelativeResize="0"/>
          <p:nvPr/>
        </p:nvPicPr>
        <p:blipFill rotWithShape="1">
          <a:blip r:embed="rId3">
            <a:alphaModFix/>
          </a:blip>
          <a:srcRect b="0" l="0" r="0" t="0"/>
          <a:stretch/>
        </p:blipFill>
        <p:spPr>
          <a:xfrm>
            <a:off x="788670" y="6361842"/>
            <a:ext cx="643152" cy="212519"/>
          </a:xfrm>
          <a:prstGeom prst="rect">
            <a:avLst/>
          </a:prstGeom>
          <a:noFill/>
          <a:ln>
            <a:noFill/>
          </a:ln>
        </p:spPr>
      </p:pic>
      <p:sp>
        <p:nvSpPr>
          <p:cNvPr id="226" name="Google Shape;226;p82"/>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 Blue" showMasterSp="0">
  <p:cSld name="Section Break - Blue">
    <p:bg>
      <p:bgPr>
        <a:gradFill>
          <a:gsLst>
            <a:gs pos="0">
              <a:srgbClr val="1AA4BC"/>
            </a:gs>
            <a:gs pos="50000">
              <a:srgbClr val="006983"/>
            </a:gs>
            <a:gs pos="100000">
              <a:srgbClr val="013948"/>
            </a:gs>
          </a:gsLst>
          <a:lin ang="8100000" scaled="0"/>
        </a:gradFill>
      </p:bgPr>
    </p:bg>
    <p:spTree>
      <p:nvGrpSpPr>
        <p:cNvPr id="227" name="Shape 227"/>
        <p:cNvGrpSpPr/>
        <p:nvPr/>
      </p:nvGrpSpPr>
      <p:grpSpPr>
        <a:xfrm>
          <a:off x="0" y="0"/>
          <a:ext cx="0" cy="0"/>
          <a:chOff x="0" y="0"/>
          <a:chExt cx="0" cy="0"/>
        </a:xfrm>
      </p:grpSpPr>
      <p:pic>
        <p:nvPicPr>
          <p:cNvPr id="228" name="Google Shape;228;p8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29" name="Google Shape;229;p83"/>
          <p:cNvSpPr txBox="1"/>
          <p:nvPr>
            <p:ph type="title"/>
          </p:nvPr>
        </p:nvSpPr>
        <p:spPr>
          <a:xfrm>
            <a:off x="800100" y="2615992"/>
            <a:ext cx="10553700" cy="1213729"/>
          </a:xfrm>
          <a:prstGeom prst="rect">
            <a:avLst/>
          </a:prstGeom>
          <a:noFill/>
          <a:ln>
            <a:noFill/>
          </a:ln>
        </p:spPr>
        <p:txBody>
          <a:bodyPr anchorCtr="0" anchor="t" bIns="45700" lIns="0" spcFirstLastPara="1" rIns="91425" wrap="square" tIns="45700">
            <a:normAutofit/>
          </a:bodyPr>
          <a:lstStyle>
            <a:lvl1pPr lvl="0" algn="l">
              <a:lnSpc>
                <a:spcPct val="90000"/>
              </a:lnSpc>
              <a:spcBef>
                <a:spcPts val="0"/>
              </a:spcBef>
              <a:spcAft>
                <a:spcPts val="0"/>
              </a:spcAft>
              <a:buClr>
                <a:schemeClr val="lt1"/>
              </a:buClr>
              <a:buSzPts val="3600"/>
              <a:buFont typeface="Lato"/>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230" name="Google Shape;230;p83"/>
          <p:cNvCxnSpPr/>
          <p:nvPr/>
        </p:nvCxnSpPr>
        <p:spPr>
          <a:xfrm>
            <a:off x="800100" y="2522007"/>
            <a:ext cx="10553700" cy="0"/>
          </a:xfrm>
          <a:prstGeom prst="straightConnector1">
            <a:avLst/>
          </a:prstGeom>
          <a:noFill/>
          <a:ln cap="flat" cmpd="sng" w="9525">
            <a:solidFill>
              <a:schemeClr val="lt1"/>
            </a:solidFill>
            <a:prstDash val="solid"/>
            <a:miter lim="800000"/>
            <a:headEnd len="sm" w="sm" type="none"/>
            <a:tailEnd len="sm" w="sm" type="none"/>
          </a:ln>
        </p:spPr>
      </p:cxnSp>
      <p:sp>
        <p:nvSpPr>
          <p:cNvPr id="231" name="Google Shape;231;p83"/>
          <p:cNvSpPr txBox="1"/>
          <p:nvPr>
            <p:ph idx="1" type="body"/>
          </p:nvPr>
        </p:nvSpPr>
        <p:spPr>
          <a:xfrm>
            <a:off x="800100" y="1273091"/>
            <a:ext cx="1460711" cy="1243012"/>
          </a:xfrm>
          <a:prstGeom prst="rect">
            <a:avLst/>
          </a:prstGeom>
          <a:noFill/>
          <a:ln>
            <a:noFill/>
          </a:ln>
        </p:spPr>
        <p:txBody>
          <a:bodyPr anchorCtr="0" anchor="b" bIns="45700" lIns="0" spcFirstLastPara="1" rIns="91425" wrap="square" tIns="45700">
            <a:normAutofit/>
          </a:bodyPr>
          <a:lstStyle>
            <a:lvl1pPr indent="-228600" lvl="0" marL="457200" algn="l">
              <a:lnSpc>
                <a:spcPct val="120000"/>
              </a:lnSpc>
              <a:spcBef>
                <a:spcPts val="1000"/>
              </a:spcBef>
              <a:spcAft>
                <a:spcPts val="0"/>
              </a:spcAft>
              <a:buSzPts val="6000"/>
              <a:buFont typeface="Lato"/>
              <a:buNone/>
              <a:defRPr sz="6000">
                <a:solidFill>
                  <a:schemeClr val="lt1"/>
                </a:solidFill>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32" name="Google Shape;232;p83"/>
          <p:cNvPicPr preferRelativeResize="0"/>
          <p:nvPr/>
        </p:nvPicPr>
        <p:blipFill rotWithShape="1">
          <a:blip r:embed="rId3">
            <a:alphaModFix/>
          </a:blip>
          <a:srcRect b="0" l="0" r="0" t="0"/>
          <a:stretch/>
        </p:blipFill>
        <p:spPr>
          <a:xfrm>
            <a:off x="788670" y="6361842"/>
            <a:ext cx="643152" cy="212519"/>
          </a:xfrm>
          <a:prstGeom prst="rect">
            <a:avLst/>
          </a:prstGeom>
          <a:noFill/>
          <a:ln>
            <a:noFill/>
          </a:ln>
        </p:spPr>
      </p:pic>
      <p:sp>
        <p:nvSpPr>
          <p:cNvPr id="233" name="Google Shape;233;p83"/>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 Purple" showMasterSp="0">
  <p:cSld name="Section Break - Purple">
    <p:bg>
      <p:bgPr>
        <a:gradFill>
          <a:gsLst>
            <a:gs pos="0">
              <a:srgbClr val="B6B1A9"/>
            </a:gs>
            <a:gs pos="50000">
              <a:srgbClr val="877F7A"/>
            </a:gs>
            <a:gs pos="100000">
              <a:srgbClr val="544948"/>
            </a:gs>
          </a:gsLst>
          <a:lin ang="8100000" scaled="0"/>
        </a:gradFill>
      </p:bgPr>
    </p:bg>
    <p:spTree>
      <p:nvGrpSpPr>
        <p:cNvPr id="234" name="Shape 234"/>
        <p:cNvGrpSpPr/>
        <p:nvPr/>
      </p:nvGrpSpPr>
      <p:grpSpPr>
        <a:xfrm>
          <a:off x="0" y="0"/>
          <a:ext cx="0" cy="0"/>
          <a:chOff x="0" y="0"/>
          <a:chExt cx="0" cy="0"/>
        </a:xfrm>
      </p:grpSpPr>
      <p:pic>
        <p:nvPicPr>
          <p:cNvPr id="235" name="Google Shape;235;p8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36" name="Google Shape;236;p84"/>
          <p:cNvSpPr txBox="1"/>
          <p:nvPr>
            <p:ph type="title"/>
          </p:nvPr>
        </p:nvSpPr>
        <p:spPr>
          <a:xfrm>
            <a:off x="800100" y="2615992"/>
            <a:ext cx="10553700" cy="1213729"/>
          </a:xfrm>
          <a:prstGeom prst="rect">
            <a:avLst/>
          </a:prstGeom>
          <a:noFill/>
          <a:ln>
            <a:noFill/>
          </a:ln>
        </p:spPr>
        <p:txBody>
          <a:bodyPr anchorCtr="0" anchor="t" bIns="45700" lIns="0" spcFirstLastPara="1" rIns="91425" wrap="square" tIns="45700">
            <a:normAutofit/>
          </a:bodyPr>
          <a:lstStyle>
            <a:lvl1pPr lvl="0" algn="l">
              <a:lnSpc>
                <a:spcPct val="90000"/>
              </a:lnSpc>
              <a:spcBef>
                <a:spcPts val="0"/>
              </a:spcBef>
              <a:spcAft>
                <a:spcPts val="0"/>
              </a:spcAft>
              <a:buClr>
                <a:schemeClr val="lt1"/>
              </a:buClr>
              <a:buSzPts val="3600"/>
              <a:buFont typeface="Lato"/>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237" name="Google Shape;237;p84"/>
          <p:cNvCxnSpPr/>
          <p:nvPr/>
        </p:nvCxnSpPr>
        <p:spPr>
          <a:xfrm>
            <a:off x="800100" y="2522007"/>
            <a:ext cx="10553700" cy="0"/>
          </a:xfrm>
          <a:prstGeom prst="straightConnector1">
            <a:avLst/>
          </a:prstGeom>
          <a:noFill/>
          <a:ln cap="flat" cmpd="sng" w="9525">
            <a:solidFill>
              <a:schemeClr val="lt1"/>
            </a:solidFill>
            <a:prstDash val="solid"/>
            <a:miter lim="800000"/>
            <a:headEnd len="sm" w="sm" type="none"/>
            <a:tailEnd len="sm" w="sm" type="none"/>
          </a:ln>
        </p:spPr>
      </p:cxnSp>
      <p:sp>
        <p:nvSpPr>
          <p:cNvPr id="238" name="Google Shape;238;p84"/>
          <p:cNvSpPr txBox="1"/>
          <p:nvPr>
            <p:ph idx="1" type="body"/>
          </p:nvPr>
        </p:nvSpPr>
        <p:spPr>
          <a:xfrm>
            <a:off x="800100" y="1273091"/>
            <a:ext cx="1460711" cy="1243012"/>
          </a:xfrm>
          <a:prstGeom prst="rect">
            <a:avLst/>
          </a:prstGeom>
          <a:noFill/>
          <a:ln>
            <a:noFill/>
          </a:ln>
        </p:spPr>
        <p:txBody>
          <a:bodyPr anchorCtr="0" anchor="b" bIns="45700" lIns="0" spcFirstLastPara="1" rIns="91425" wrap="square" tIns="45700">
            <a:normAutofit/>
          </a:bodyPr>
          <a:lstStyle>
            <a:lvl1pPr indent="-228600" lvl="0" marL="457200" algn="l">
              <a:lnSpc>
                <a:spcPct val="120000"/>
              </a:lnSpc>
              <a:spcBef>
                <a:spcPts val="1000"/>
              </a:spcBef>
              <a:spcAft>
                <a:spcPts val="0"/>
              </a:spcAft>
              <a:buSzPts val="6000"/>
              <a:buFont typeface="Lato"/>
              <a:buNone/>
              <a:defRPr sz="6000">
                <a:solidFill>
                  <a:schemeClr val="lt1"/>
                </a:solidFill>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39" name="Google Shape;239;p84"/>
          <p:cNvPicPr preferRelativeResize="0"/>
          <p:nvPr/>
        </p:nvPicPr>
        <p:blipFill rotWithShape="1">
          <a:blip r:embed="rId3">
            <a:alphaModFix/>
          </a:blip>
          <a:srcRect b="0" l="0" r="0" t="0"/>
          <a:stretch/>
        </p:blipFill>
        <p:spPr>
          <a:xfrm>
            <a:off x="788670" y="6361842"/>
            <a:ext cx="643152" cy="212519"/>
          </a:xfrm>
          <a:prstGeom prst="rect">
            <a:avLst/>
          </a:prstGeom>
          <a:noFill/>
          <a:ln>
            <a:noFill/>
          </a:ln>
        </p:spPr>
      </p:pic>
      <p:sp>
        <p:nvSpPr>
          <p:cNvPr id="240" name="Google Shape;240;p84"/>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 Orange" showMasterSp="0">
  <p:cSld name="Section Break - Orange">
    <p:bg>
      <p:bgPr>
        <a:gradFill>
          <a:gsLst>
            <a:gs pos="0">
              <a:srgbClr val="FEDD5C"/>
            </a:gs>
            <a:gs pos="38000">
              <a:srgbClr val="F4B12F"/>
            </a:gs>
            <a:gs pos="78000">
              <a:srgbClr val="E98300"/>
            </a:gs>
            <a:gs pos="100000">
              <a:srgbClr val="E98300"/>
            </a:gs>
          </a:gsLst>
          <a:lin ang="8100000" scaled="0"/>
        </a:gradFill>
      </p:bgPr>
    </p:bg>
    <p:spTree>
      <p:nvGrpSpPr>
        <p:cNvPr id="241" name="Shape 241"/>
        <p:cNvGrpSpPr/>
        <p:nvPr/>
      </p:nvGrpSpPr>
      <p:grpSpPr>
        <a:xfrm>
          <a:off x="0" y="0"/>
          <a:ext cx="0" cy="0"/>
          <a:chOff x="0" y="0"/>
          <a:chExt cx="0" cy="0"/>
        </a:xfrm>
      </p:grpSpPr>
      <p:pic>
        <p:nvPicPr>
          <p:cNvPr id="242" name="Google Shape;242;p85"/>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43" name="Google Shape;243;p85"/>
          <p:cNvSpPr txBox="1"/>
          <p:nvPr>
            <p:ph type="title"/>
          </p:nvPr>
        </p:nvSpPr>
        <p:spPr>
          <a:xfrm>
            <a:off x="800100" y="2615992"/>
            <a:ext cx="10553700" cy="1213729"/>
          </a:xfrm>
          <a:prstGeom prst="rect">
            <a:avLst/>
          </a:prstGeom>
          <a:noFill/>
          <a:ln>
            <a:noFill/>
          </a:ln>
        </p:spPr>
        <p:txBody>
          <a:bodyPr anchorCtr="0" anchor="t" bIns="45700" lIns="0" spcFirstLastPara="1" rIns="91425" wrap="square" tIns="45700">
            <a:normAutofit/>
          </a:bodyPr>
          <a:lstStyle>
            <a:lvl1pPr lvl="0" algn="l">
              <a:lnSpc>
                <a:spcPct val="90000"/>
              </a:lnSpc>
              <a:spcBef>
                <a:spcPts val="0"/>
              </a:spcBef>
              <a:spcAft>
                <a:spcPts val="0"/>
              </a:spcAft>
              <a:buClr>
                <a:schemeClr val="lt1"/>
              </a:buClr>
              <a:buSzPts val="3600"/>
              <a:buFont typeface="Lato"/>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244" name="Google Shape;244;p85"/>
          <p:cNvCxnSpPr/>
          <p:nvPr/>
        </p:nvCxnSpPr>
        <p:spPr>
          <a:xfrm>
            <a:off x="800100" y="2522007"/>
            <a:ext cx="10553700" cy="0"/>
          </a:xfrm>
          <a:prstGeom prst="straightConnector1">
            <a:avLst/>
          </a:prstGeom>
          <a:noFill/>
          <a:ln cap="flat" cmpd="sng" w="9525">
            <a:solidFill>
              <a:schemeClr val="lt1"/>
            </a:solidFill>
            <a:prstDash val="solid"/>
            <a:miter lim="800000"/>
            <a:headEnd len="sm" w="sm" type="none"/>
            <a:tailEnd len="sm" w="sm" type="none"/>
          </a:ln>
        </p:spPr>
      </p:cxnSp>
      <p:sp>
        <p:nvSpPr>
          <p:cNvPr id="245" name="Google Shape;245;p85"/>
          <p:cNvSpPr txBox="1"/>
          <p:nvPr>
            <p:ph idx="1" type="body"/>
          </p:nvPr>
        </p:nvSpPr>
        <p:spPr>
          <a:xfrm>
            <a:off x="800100" y="1273091"/>
            <a:ext cx="1460711" cy="1243012"/>
          </a:xfrm>
          <a:prstGeom prst="rect">
            <a:avLst/>
          </a:prstGeom>
          <a:noFill/>
          <a:ln>
            <a:noFill/>
          </a:ln>
        </p:spPr>
        <p:txBody>
          <a:bodyPr anchorCtr="0" anchor="b" bIns="45700" lIns="0" spcFirstLastPara="1" rIns="91425" wrap="square" tIns="45700">
            <a:normAutofit/>
          </a:bodyPr>
          <a:lstStyle>
            <a:lvl1pPr indent="-228600" lvl="0" marL="457200" algn="l">
              <a:lnSpc>
                <a:spcPct val="120000"/>
              </a:lnSpc>
              <a:spcBef>
                <a:spcPts val="1000"/>
              </a:spcBef>
              <a:spcAft>
                <a:spcPts val="0"/>
              </a:spcAft>
              <a:buSzPts val="6000"/>
              <a:buFont typeface="Lato"/>
              <a:buNone/>
              <a:defRPr sz="6000">
                <a:solidFill>
                  <a:schemeClr val="lt1"/>
                </a:solidFill>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46" name="Google Shape;246;p85"/>
          <p:cNvPicPr preferRelativeResize="0"/>
          <p:nvPr/>
        </p:nvPicPr>
        <p:blipFill rotWithShape="1">
          <a:blip r:embed="rId3">
            <a:alphaModFix/>
          </a:blip>
          <a:srcRect b="0" l="0" r="0" t="0"/>
          <a:stretch/>
        </p:blipFill>
        <p:spPr>
          <a:xfrm>
            <a:off x="788670" y="6361842"/>
            <a:ext cx="643152" cy="212519"/>
          </a:xfrm>
          <a:prstGeom prst="rect">
            <a:avLst/>
          </a:prstGeom>
          <a:noFill/>
          <a:ln>
            <a:noFill/>
          </a:ln>
        </p:spPr>
      </p:pic>
      <p:sp>
        <p:nvSpPr>
          <p:cNvPr id="247" name="Google Shape;247;p85"/>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 Green" showMasterSp="0">
  <p:cSld name="Section Break - Green">
    <p:bg>
      <p:bgPr>
        <a:gradFill>
          <a:gsLst>
            <a:gs pos="0">
              <a:srgbClr val="8AC751"/>
            </a:gs>
            <a:gs pos="50000">
              <a:srgbClr val="59B06D"/>
            </a:gs>
            <a:gs pos="100000">
              <a:srgbClr val="279989"/>
            </a:gs>
          </a:gsLst>
          <a:lin ang="8100000" scaled="0"/>
        </a:gradFill>
      </p:bgPr>
    </p:bg>
    <p:spTree>
      <p:nvGrpSpPr>
        <p:cNvPr id="248" name="Shape 248"/>
        <p:cNvGrpSpPr/>
        <p:nvPr/>
      </p:nvGrpSpPr>
      <p:grpSpPr>
        <a:xfrm>
          <a:off x="0" y="0"/>
          <a:ext cx="0" cy="0"/>
          <a:chOff x="0" y="0"/>
          <a:chExt cx="0" cy="0"/>
        </a:xfrm>
      </p:grpSpPr>
      <p:pic>
        <p:nvPicPr>
          <p:cNvPr id="249" name="Google Shape;249;p8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50" name="Google Shape;250;p86"/>
          <p:cNvSpPr txBox="1"/>
          <p:nvPr>
            <p:ph type="title"/>
          </p:nvPr>
        </p:nvSpPr>
        <p:spPr>
          <a:xfrm>
            <a:off x="800100" y="2615992"/>
            <a:ext cx="10553700" cy="1213729"/>
          </a:xfrm>
          <a:prstGeom prst="rect">
            <a:avLst/>
          </a:prstGeom>
          <a:noFill/>
          <a:ln>
            <a:noFill/>
          </a:ln>
        </p:spPr>
        <p:txBody>
          <a:bodyPr anchorCtr="0" anchor="t" bIns="45700" lIns="0" spcFirstLastPara="1" rIns="91425" wrap="square" tIns="45700">
            <a:normAutofit/>
          </a:bodyPr>
          <a:lstStyle>
            <a:lvl1pPr lvl="0" algn="l">
              <a:lnSpc>
                <a:spcPct val="90000"/>
              </a:lnSpc>
              <a:spcBef>
                <a:spcPts val="0"/>
              </a:spcBef>
              <a:spcAft>
                <a:spcPts val="0"/>
              </a:spcAft>
              <a:buClr>
                <a:schemeClr val="lt1"/>
              </a:buClr>
              <a:buSzPts val="3600"/>
              <a:buFont typeface="Lato"/>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251" name="Google Shape;251;p86"/>
          <p:cNvCxnSpPr/>
          <p:nvPr/>
        </p:nvCxnSpPr>
        <p:spPr>
          <a:xfrm>
            <a:off x="800100" y="2522007"/>
            <a:ext cx="10553700" cy="0"/>
          </a:xfrm>
          <a:prstGeom prst="straightConnector1">
            <a:avLst/>
          </a:prstGeom>
          <a:noFill/>
          <a:ln cap="flat" cmpd="sng" w="9525">
            <a:solidFill>
              <a:schemeClr val="lt1"/>
            </a:solidFill>
            <a:prstDash val="solid"/>
            <a:miter lim="800000"/>
            <a:headEnd len="sm" w="sm" type="none"/>
            <a:tailEnd len="sm" w="sm" type="none"/>
          </a:ln>
        </p:spPr>
      </p:cxnSp>
      <p:sp>
        <p:nvSpPr>
          <p:cNvPr id="252" name="Google Shape;252;p86"/>
          <p:cNvSpPr txBox="1"/>
          <p:nvPr>
            <p:ph idx="1" type="body"/>
          </p:nvPr>
        </p:nvSpPr>
        <p:spPr>
          <a:xfrm>
            <a:off x="800100" y="1273091"/>
            <a:ext cx="1460711" cy="1243012"/>
          </a:xfrm>
          <a:prstGeom prst="rect">
            <a:avLst/>
          </a:prstGeom>
          <a:noFill/>
          <a:ln>
            <a:noFill/>
          </a:ln>
        </p:spPr>
        <p:txBody>
          <a:bodyPr anchorCtr="0" anchor="b" bIns="45700" lIns="0" spcFirstLastPara="1" rIns="91425" wrap="square" tIns="45700">
            <a:normAutofit/>
          </a:bodyPr>
          <a:lstStyle>
            <a:lvl1pPr indent="-228600" lvl="0" marL="457200" algn="l">
              <a:lnSpc>
                <a:spcPct val="120000"/>
              </a:lnSpc>
              <a:spcBef>
                <a:spcPts val="1000"/>
              </a:spcBef>
              <a:spcAft>
                <a:spcPts val="0"/>
              </a:spcAft>
              <a:buSzPts val="6000"/>
              <a:buFont typeface="Lato"/>
              <a:buNone/>
              <a:defRPr sz="6000">
                <a:solidFill>
                  <a:schemeClr val="lt1"/>
                </a:solidFill>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53" name="Google Shape;253;p86"/>
          <p:cNvPicPr preferRelativeResize="0"/>
          <p:nvPr/>
        </p:nvPicPr>
        <p:blipFill rotWithShape="1">
          <a:blip r:embed="rId3">
            <a:alphaModFix/>
          </a:blip>
          <a:srcRect b="0" l="0" r="0" t="0"/>
          <a:stretch/>
        </p:blipFill>
        <p:spPr>
          <a:xfrm>
            <a:off x="788670" y="6361842"/>
            <a:ext cx="643152" cy="212519"/>
          </a:xfrm>
          <a:prstGeom prst="rect">
            <a:avLst/>
          </a:prstGeom>
          <a:noFill/>
          <a:ln>
            <a:noFill/>
          </a:ln>
        </p:spPr>
      </p:pic>
      <p:sp>
        <p:nvSpPr>
          <p:cNvPr id="254" name="Google Shape;254;p86"/>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Slide - 2 Column">
  <p:cSld name="Text Slide - 2 Column">
    <p:bg>
      <p:bgPr>
        <a:solidFill>
          <a:schemeClr val="lt1"/>
        </a:solidFill>
      </p:bgPr>
    </p:bg>
    <p:spTree>
      <p:nvGrpSpPr>
        <p:cNvPr id="255" name="Shape 255"/>
        <p:cNvGrpSpPr/>
        <p:nvPr/>
      </p:nvGrpSpPr>
      <p:grpSpPr>
        <a:xfrm>
          <a:off x="0" y="0"/>
          <a:ext cx="0" cy="0"/>
          <a:chOff x="0" y="0"/>
          <a:chExt cx="0" cy="0"/>
        </a:xfrm>
      </p:grpSpPr>
      <p:sp>
        <p:nvSpPr>
          <p:cNvPr id="256" name="Google Shape;256;p87"/>
          <p:cNvSpPr txBox="1"/>
          <p:nvPr>
            <p:ph idx="1" type="body"/>
          </p:nvPr>
        </p:nvSpPr>
        <p:spPr>
          <a:xfrm>
            <a:off x="800100" y="1602938"/>
            <a:ext cx="5157788" cy="4454961"/>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600"/>
              <a:buFont typeface="Lato"/>
              <a:buNone/>
              <a:defRPr>
                <a:solidFill>
                  <a:srgbClr val="3F3F3F"/>
                </a:solidFill>
              </a:defRPr>
            </a:lvl1pPr>
            <a:lvl2pPr indent="-342392" lvl="1" marL="914400" algn="l">
              <a:lnSpc>
                <a:spcPct val="120000"/>
              </a:lnSpc>
              <a:spcBef>
                <a:spcPts val="500"/>
              </a:spcBef>
              <a:spcAft>
                <a:spcPts val="0"/>
              </a:spcAft>
              <a:buSzPts val="1792"/>
              <a:buChar char="•"/>
              <a:defRPr>
                <a:solidFill>
                  <a:srgbClr val="3F3F3F"/>
                </a:solidFill>
              </a:defRPr>
            </a:lvl2pPr>
            <a:lvl3pPr indent="-340360" lvl="2" marL="1371600" algn="l">
              <a:lnSpc>
                <a:spcPct val="120000"/>
              </a:lnSpc>
              <a:spcBef>
                <a:spcPts val="500"/>
              </a:spcBef>
              <a:spcAft>
                <a:spcPts val="0"/>
              </a:spcAft>
              <a:buSzPts val="1760"/>
              <a:buChar char="•"/>
              <a:defRPr>
                <a:solidFill>
                  <a:srgbClr val="3F3F3F"/>
                </a:solidFill>
              </a:defRPr>
            </a:lvl3pPr>
            <a:lvl4pPr indent="-328168" lvl="3" marL="1828800" algn="l">
              <a:lnSpc>
                <a:spcPct val="120000"/>
              </a:lnSpc>
              <a:spcBef>
                <a:spcPts val="500"/>
              </a:spcBef>
              <a:spcAft>
                <a:spcPts val="0"/>
              </a:spcAft>
              <a:buSzPts val="1568"/>
              <a:buChar char="•"/>
              <a:defRPr>
                <a:solidFill>
                  <a:srgbClr val="3F3F3F"/>
                </a:solidFill>
              </a:defRPr>
            </a:lvl4pPr>
            <a:lvl5pPr indent="-328168" lvl="4" marL="2286000" algn="l">
              <a:lnSpc>
                <a:spcPct val="120000"/>
              </a:lnSpc>
              <a:spcBef>
                <a:spcPts val="500"/>
              </a:spcBef>
              <a:spcAft>
                <a:spcPts val="0"/>
              </a:spcAft>
              <a:buSzPts val="1568"/>
              <a:buChar char="•"/>
              <a:defRPr>
                <a:solidFill>
                  <a:srgbClr val="3F3F3F"/>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 name="Google Shape;257;p87"/>
          <p:cNvSpPr txBox="1"/>
          <p:nvPr>
            <p:ph idx="2" type="body"/>
          </p:nvPr>
        </p:nvSpPr>
        <p:spPr>
          <a:xfrm>
            <a:off x="6229939" y="1602938"/>
            <a:ext cx="5157788" cy="4454951"/>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600"/>
              <a:buFont typeface="Lato"/>
              <a:buNone/>
              <a:defRPr>
                <a:solidFill>
                  <a:srgbClr val="3F3F3F"/>
                </a:solidFill>
              </a:defRPr>
            </a:lvl1pPr>
            <a:lvl2pPr indent="-342392" lvl="1" marL="914400" algn="l">
              <a:lnSpc>
                <a:spcPct val="120000"/>
              </a:lnSpc>
              <a:spcBef>
                <a:spcPts val="500"/>
              </a:spcBef>
              <a:spcAft>
                <a:spcPts val="0"/>
              </a:spcAft>
              <a:buSzPts val="1792"/>
              <a:buChar char="•"/>
              <a:defRPr>
                <a:solidFill>
                  <a:srgbClr val="3F3F3F"/>
                </a:solidFill>
              </a:defRPr>
            </a:lvl2pPr>
            <a:lvl3pPr indent="-340360" lvl="2" marL="1371600" algn="l">
              <a:lnSpc>
                <a:spcPct val="120000"/>
              </a:lnSpc>
              <a:spcBef>
                <a:spcPts val="500"/>
              </a:spcBef>
              <a:spcAft>
                <a:spcPts val="0"/>
              </a:spcAft>
              <a:buSzPts val="1760"/>
              <a:buChar char="•"/>
              <a:defRPr>
                <a:solidFill>
                  <a:srgbClr val="3F3F3F"/>
                </a:solidFill>
              </a:defRPr>
            </a:lvl3pPr>
            <a:lvl4pPr indent="-328168" lvl="3" marL="1828800" algn="l">
              <a:lnSpc>
                <a:spcPct val="120000"/>
              </a:lnSpc>
              <a:spcBef>
                <a:spcPts val="500"/>
              </a:spcBef>
              <a:spcAft>
                <a:spcPts val="0"/>
              </a:spcAft>
              <a:buSzPts val="1568"/>
              <a:buChar char="•"/>
              <a:defRPr>
                <a:solidFill>
                  <a:srgbClr val="3F3F3F"/>
                </a:solidFill>
              </a:defRPr>
            </a:lvl4pPr>
            <a:lvl5pPr indent="-328168" lvl="4" marL="2286000" algn="l">
              <a:lnSpc>
                <a:spcPct val="120000"/>
              </a:lnSpc>
              <a:spcBef>
                <a:spcPts val="500"/>
              </a:spcBef>
              <a:spcAft>
                <a:spcPts val="0"/>
              </a:spcAft>
              <a:buSzPts val="1568"/>
              <a:buChar char="•"/>
              <a:defRPr>
                <a:solidFill>
                  <a:srgbClr val="3F3F3F"/>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 name="Google Shape;258;p87"/>
          <p:cNvSpPr txBox="1"/>
          <p:nvPr>
            <p:ph idx="3" type="body"/>
          </p:nvPr>
        </p:nvSpPr>
        <p:spPr>
          <a:xfrm>
            <a:off x="794904" y="1107621"/>
            <a:ext cx="5164831" cy="398482"/>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2000"/>
              <a:buFont typeface="Lato"/>
              <a:buNone/>
              <a:defRPr sz="2000">
                <a:solidFill>
                  <a:srgbClr val="B83A4B"/>
                </a:solidFill>
                <a:latin typeface="Lato"/>
                <a:ea typeface="Lato"/>
                <a:cs typeface="Lato"/>
                <a:sym typeface="Lato"/>
              </a:defRPr>
            </a:lvl1pPr>
            <a:lvl2pPr indent="-370840" lvl="1" marL="914400" algn="l">
              <a:lnSpc>
                <a:spcPct val="120000"/>
              </a:lnSpc>
              <a:spcBef>
                <a:spcPts val="500"/>
              </a:spcBef>
              <a:spcAft>
                <a:spcPts val="0"/>
              </a:spcAft>
              <a:buSzPts val="2240"/>
              <a:buChar char="•"/>
              <a:defRPr sz="2000">
                <a:latin typeface="Lato"/>
                <a:ea typeface="Lato"/>
                <a:cs typeface="Lato"/>
                <a:sym typeface="Lato"/>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 name="Google Shape;259;p87"/>
          <p:cNvSpPr txBox="1"/>
          <p:nvPr>
            <p:ph idx="4" type="body"/>
          </p:nvPr>
        </p:nvSpPr>
        <p:spPr>
          <a:xfrm>
            <a:off x="6234170" y="1107621"/>
            <a:ext cx="5162925" cy="398482"/>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2000"/>
              <a:buFont typeface="Lato"/>
              <a:buNone/>
              <a:defRPr sz="2000">
                <a:solidFill>
                  <a:srgbClr val="B83A4B"/>
                </a:solidFill>
                <a:latin typeface="Lato"/>
                <a:ea typeface="Lato"/>
                <a:cs typeface="Lato"/>
                <a:sym typeface="Lato"/>
              </a:defRPr>
            </a:lvl1pPr>
            <a:lvl2pPr indent="-370840" lvl="1" marL="914400" algn="l">
              <a:lnSpc>
                <a:spcPct val="120000"/>
              </a:lnSpc>
              <a:spcBef>
                <a:spcPts val="500"/>
              </a:spcBef>
              <a:spcAft>
                <a:spcPts val="0"/>
              </a:spcAft>
              <a:buSzPts val="2240"/>
              <a:buChar char="•"/>
              <a:defRPr sz="2000">
                <a:latin typeface="Lato"/>
                <a:ea typeface="Lato"/>
                <a:cs typeface="Lato"/>
                <a:sym typeface="Lato"/>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 name="Google Shape;260;p87"/>
          <p:cNvSpPr txBox="1"/>
          <p:nvPr>
            <p:ph type="title"/>
          </p:nvPr>
        </p:nvSpPr>
        <p:spPr>
          <a:xfrm>
            <a:off x="800099" y="266701"/>
            <a:ext cx="10596995" cy="632152"/>
          </a:xfrm>
          <a:prstGeom prst="rect">
            <a:avLst/>
          </a:prstGeom>
          <a:noFill/>
          <a:ln>
            <a:noFill/>
          </a:ln>
        </p:spPr>
        <p:txBody>
          <a:bodyPr anchorCtr="0" anchor="b" bIns="45700" lIns="0" spcFirstLastPara="1" rIns="91425" wrap="square" tIns="45700">
            <a:normAutofit/>
          </a:bodyPr>
          <a:lstStyle>
            <a:lvl1pPr lvl="0" algn="l">
              <a:lnSpc>
                <a:spcPct val="90000"/>
              </a:lnSpc>
              <a:spcBef>
                <a:spcPts val="0"/>
              </a:spcBef>
              <a:spcAft>
                <a:spcPts val="0"/>
              </a:spcAft>
              <a:buClr>
                <a:srgbClr val="8C1515"/>
              </a:buClr>
              <a:buSzPts val="3200"/>
              <a:buFont typeface="Lato"/>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261" name="Google Shape;261;p87"/>
          <p:cNvCxnSpPr/>
          <p:nvPr/>
        </p:nvCxnSpPr>
        <p:spPr>
          <a:xfrm>
            <a:off x="800100" y="927135"/>
            <a:ext cx="10553700" cy="0"/>
          </a:xfrm>
          <a:prstGeom prst="straightConnector1">
            <a:avLst/>
          </a:prstGeom>
          <a:noFill/>
          <a:ln cap="flat" cmpd="sng" w="9525">
            <a:solidFill>
              <a:srgbClr val="8C1515"/>
            </a:solidFill>
            <a:prstDash val="solid"/>
            <a:miter lim="800000"/>
            <a:headEnd len="sm" w="sm" type="none"/>
            <a:tailEnd len="sm" w="sm" type="none"/>
          </a:ln>
        </p:spPr>
      </p:cxnSp>
      <p:sp>
        <p:nvSpPr>
          <p:cNvPr id="262" name="Google Shape;262;p87"/>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pos="7176">
          <p15:clr>
            <a:srgbClr val="FBAE40"/>
          </p15:clr>
        </p15:guide>
        <p15:guide id="2" orient="horz" pos="888">
          <p15:clr>
            <a:srgbClr val="FBAE40"/>
          </p15:clr>
        </p15:guide>
        <p15:guide id="3" orient="horz" pos="381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Slide - One Image">
  <p:cSld name="Photo Slide - One Image">
    <p:bg>
      <p:bgPr>
        <a:solidFill>
          <a:schemeClr val="lt1"/>
        </a:solidFill>
      </p:bgPr>
    </p:bg>
    <p:spTree>
      <p:nvGrpSpPr>
        <p:cNvPr id="263" name="Shape 263"/>
        <p:cNvGrpSpPr/>
        <p:nvPr/>
      </p:nvGrpSpPr>
      <p:grpSpPr>
        <a:xfrm>
          <a:off x="0" y="0"/>
          <a:ext cx="0" cy="0"/>
          <a:chOff x="0" y="0"/>
          <a:chExt cx="0" cy="0"/>
        </a:xfrm>
      </p:grpSpPr>
      <p:sp>
        <p:nvSpPr>
          <p:cNvPr id="264" name="Google Shape;264;p88"/>
          <p:cNvSpPr/>
          <p:nvPr>
            <p:ph idx="2" type="pic"/>
          </p:nvPr>
        </p:nvSpPr>
        <p:spPr>
          <a:xfrm>
            <a:off x="800100" y="1107621"/>
            <a:ext cx="6929879" cy="4950264"/>
          </a:xfrm>
          <a:prstGeom prst="rect">
            <a:avLst/>
          </a:prstGeom>
          <a:noFill/>
          <a:ln>
            <a:noFill/>
          </a:ln>
        </p:spPr>
      </p:sp>
      <p:sp>
        <p:nvSpPr>
          <p:cNvPr id="265" name="Google Shape;265;p88"/>
          <p:cNvSpPr txBox="1"/>
          <p:nvPr>
            <p:ph idx="1" type="body"/>
          </p:nvPr>
        </p:nvSpPr>
        <p:spPr>
          <a:xfrm>
            <a:off x="7980362" y="1107621"/>
            <a:ext cx="3373438" cy="398482"/>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2000"/>
              <a:buFont typeface="Lato"/>
              <a:buNone/>
              <a:defRPr sz="2000">
                <a:solidFill>
                  <a:srgbClr val="B83A4B"/>
                </a:solidFill>
                <a:latin typeface="Lato"/>
                <a:ea typeface="Lato"/>
                <a:cs typeface="Lato"/>
                <a:sym typeface="Lato"/>
              </a:defRPr>
            </a:lvl1pPr>
            <a:lvl2pPr indent="-370840" lvl="1" marL="914400" algn="l">
              <a:lnSpc>
                <a:spcPct val="120000"/>
              </a:lnSpc>
              <a:spcBef>
                <a:spcPts val="500"/>
              </a:spcBef>
              <a:spcAft>
                <a:spcPts val="0"/>
              </a:spcAft>
              <a:buSzPts val="2240"/>
              <a:buChar char="•"/>
              <a:defRPr sz="2000">
                <a:latin typeface="Lato"/>
                <a:ea typeface="Lato"/>
                <a:cs typeface="Lato"/>
                <a:sym typeface="Lato"/>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 name="Google Shape;266;p88"/>
          <p:cNvSpPr txBox="1"/>
          <p:nvPr>
            <p:ph idx="3" type="body"/>
          </p:nvPr>
        </p:nvSpPr>
        <p:spPr>
          <a:xfrm>
            <a:off x="7980363" y="1602470"/>
            <a:ext cx="3373437" cy="4455415"/>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400"/>
              <a:buFont typeface="Lato"/>
              <a:buNone/>
              <a:defRPr sz="1400">
                <a:solidFill>
                  <a:srgbClr val="3F3F3F"/>
                </a:solidFill>
              </a:defRPr>
            </a:lvl1pPr>
            <a:lvl2pPr indent="-342392" lvl="1" marL="914400" algn="l">
              <a:lnSpc>
                <a:spcPct val="120000"/>
              </a:lnSpc>
              <a:spcBef>
                <a:spcPts val="500"/>
              </a:spcBef>
              <a:spcAft>
                <a:spcPts val="0"/>
              </a:spcAft>
              <a:buSzPts val="1792"/>
              <a:buChar char="•"/>
              <a:defRPr>
                <a:solidFill>
                  <a:srgbClr val="3F3F3F"/>
                </a:solidFill>
              </a:defRPr>
            </a:lvl2pPr>
            <a:lvl3pPr indent="-340360" lvl="2" marL="1371600" algn="l">
              <a:lnSpc>
                <a:spcPct val="120000"/>
              </a:lnSpc>
              <a:spcBef>
                <a:spcPts val="500"/>
              </a:spcBef>
              <a:spcAft>
                <a:spcPts val="0"/>
              </a:spcAft>
              <a:buSzPts val="1760"/>
              <a:buChar char="•"/>
              <a:defRPr>
                <a:solidFill>
                  <a:srgbClr val="3F3F3F"/>
                </a:solidFill>
              </a:defRPr>
            </a:lvl3pPr>
            <a:lvl4pPr indent="-328168" lvl="3" marL="1828800" algn="l">
              <a:lnSpc>
                <a:spcPct val="120000"/>
              </a:lnSpc>
              <a:spcBef>
                <a:spcPts val="500"/>
              </a:spcBef>
              <a:spcAft>
                <a:spcPts val="0"/>
              </a:spcAft>
              <a:buSzPts val="1568"/>
              <a:buChar char="•"/>
              <a:defRPr>
                <a:solidFill>
                  <a:srgbClr val="3F3F3F"/>
                </a:solidFill>
              </a:defRPr>
            </a:lvl4pPr>
            <a:lvl5pPr indent="-328168" lvl="4" marL="2286000" algn="l">
              <a:lnSpc>
                <a:spcPct val="120000"/>
              </a:lnSpc>
              <a:spcBef>
                <a:spcPts val="500"/>
              </a:spcBef>
              <a:spcAft>
                <a:spcPts val="0"/>
              </a:spcAft>
              <a:buSzPts val="1568"/>
              <a:buChar char="•"/>
              <a:defRPr>
                <a:solidFill>
                  <a:srgbClr val="3F3F3F"/>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7" name="Google Shape;267;p88"/>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68" name="Google Shape;268;p88"/>
          <p:cNvSpPr txBox="1"/>
          <p:nvPr>
            <p:ph type="title"/>
          </p:nvPr>
        </p:nvSpPr>
        <p:spPr>
          <a:xfrm>
            <a:off x="800099" y="266701"/>
            <a:ext cx="10596995" cy="632152"/>
          </a:xfrm>
          <a:prstGeom prst="rect">
            <a:avLst/>
          </a:prstGeom>
          <a:noFill/>
          <a:ln>
            <a:noFill/>
          </a:ln>
        </p:spPr>
        <p:txBody>
          <a:bodyPr anchorCtr="0" anchor="b" bIns="45700" lIns="0" spcFirstLastPara="1" rIns="91425" wrap="square" tIns="45700">
            <a:normAutofit/>
          </a:bodyPr>
          <a:lstStyle>
            <a:lvl1pPr lvl="0" algn="l">
              <a:lnSpc>
                <a:spcPct val="90000"/>
              </a:lnSpc>
              <a:spcBef>
                <a:spcPts val="0"/>
              </a:spcBef>
              <a:spcAft>
                <a:spcPts val="0"/>
              </a:spcAft>
              <a:buClr>
                <a:srgbClr val="8C1515"/>
              </a:buClr>
              <a:buSzPts val="3200"/>
              <a:buFont typeface="Lato"/>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269" name="Google Shape;269;p88"/>
          <p:cNvCxnSpPr/>
          <p:nvPr/>
        </p:nvCxnSpPr>
        <p:spPr>
          <a:xfrm>
            <a:off x="800100" y="927135"/>
            <a:ext cx="10553700" cy="0"/>
          </a:xfrm>
          <a:prstGeom prst="straightConnector1">
            <a:avLst/>
          </a:prstGeom>
          <a:noFill/>
          <a:ln cap="flat" cmpd="sng" w="9525">
            <a:solidFill>
              <a:srgbClr val="8C1515"/>
            </a:solidFill>
            <a:prstDash val="solid"/>
            <a:miter lim="800000"/>
            <a:headEnd len="sm" w="sm" type="none"/>
            <a:tailEnd len="sm" w="sm"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Slide - 2 Images">
  <p:cSld name="Photo Slide - 2 Images">
    <p:bg>
      <p:bgPr>
        <a:solidFill>
          <a:schemeClr val="lt1"/>
        </a:solidFill>
      </p:bgPr>
    </p:bg>
    <p:spTree>
      <p:nvGrpSpPr>
        <p:cNvPr id="270" name="Shape 270"/>
        <p:cNvGrpSpPr/>
        <p:nvPr/>
      </p:nvGrpSpPr>
      <p:grpSpPr>
        <a:xfrm>
          <a:off x="0" y="0"/>
          <a:ext cx="0" cy="0"/>
          <a:chOff x="0" y="0"/>
          <a:chExt cx="0" cy="0"/>
        </a:xfrm>
      </p:grpSpPr>
      <p:sp>
        <p:nvSpPr>
          <p:cNvPr id="271" name="Google Shape;271;p89"/>
          <p:cNvSpPr/>
          <p:nvPr>
            <p:ph idx="2" type="pic"/>
          </p:nvPr>
        </p:nvSpPr>
        <p:spPr>
          <a:xfrm>
            <a:off x="800100" y="1107622"/>
            <a:ext cx="5143050" cy="3190048"/>
          </a:xfrm>
          <a:prstGeom prst="rect">
            <a:avLst/>
          </a:prstGeom>
          <a:noFill/>
          <a:ln>
            <a:noFill/>
          </a:ln>
        </p:spPr>
      </p:sp>
      <p:sp>
        <p:nvSpPr>
          <p:cNvPr id="272" name="Google Shape;272;p89"/>
          <p:cNvSpPr/>
          <p:nvPr>
            <p:ph idx="3" type="pic"/>
          </p:nvPr>
        </p:nvSpPr>
        <p:spPr>
          <a:xfrm>
            <a:off x="6229939" y="1107620"/>
            <a:ext cx="5123861" cy="3190049"/>
          </a:xfrm>
          <a:prstGeom prst="rect">
            <a:avLst/>
          </a:prstGeom>
          <a:noFill/>
          <a:ln>
            <a:noFill/>
          </a:ln>
        </p:spPr>
      </p:sp>
      <p:sp>
        <p:nvSpPr>
          <p:cNvPr id="273" name="Google Shape;273;p89"/>
          <p:cNvSpPr txBox="1"/>
          <p:nvPr>
            <p:ph idx="1" type="body"/>
          </p:nvPr>
        </p:nvSpPr>
        <p:spPr>
          <a:xfrm>
            <a:off x="800100" y="4955452"/>
            <a:ext cx="5143050" cy="1102433"/>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400"/>
              <a:buFont typeface="Lato"/>
              <a:buNone/>
              <a:defRPr sz="1400">
                <a:solidFill>
                  <a:srgbClr val="3F3F3F"/>
                </a:solidFill>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4" name="Google Shape;274;p89"/>
          <p:cNvSpPr txBox="1"/>
          <p:nvPr>
            <p:ph idx="4" type="body"/>
          </p:nvPr>
        </p:nvSpPr>
        <p:spPr>
          <a:xfrm>
            <a:off x="800100" y="4482939"/>
            <a:ext cx="5143050" cy="398482"/>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2000"/>
              <a:buFont typeface="Lato"/>
              <a:buNone/>
              <a:defRPr sz="2000">
                <a:solidFill>
                  <a:srgbClr val="B83A4B"/>
                </a:solidFill>
                <a:latin typeface="Lato"/>
                <a:ea typeface="Lato"/>
                <a:cs typeface="Lato"/>
                <a:sym typeface="Lato"/>
              </a:defRPr>
            </a:lvl1pPr>
            <a:lvl2pPr indent="-370840" lvl="1" marL="914400" algn="l">
              <a:lnSpc>
                <a:spcPct val="120000"/>
              </a:lnSpc>
              <a:spcBef>
                <a:spcPts val="500"/>
              </a:spcBef>
              <a:spcAft>
                <a:spcPts val="0"/>
              </a:spcAft>
              <a:buSzPts val="2240"/>
              <a:buChar char="•"/>
              <a:defRPr sz="2000">
                <a:latin typeface="Lato"/>
                <a:ea typeface="Lato"/>
                <a:cs typeface="Lato"/>
                <a:sym typeface="Lato"/>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5" name="Google Shape;275;p89"/>
          <p:cNvSpPr txBox="1"/>
          <p:nvPr>
            <p:ph idx="5" type="body"/>
          </p:nvPr>
        </p:nvSpPr>
        <p:spPr>
          <a:xfrm>
            <a:off x="6237422" y="4955452"/>
            <a:ext cx="5143050" cy="1102433"/>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400"/>
              <a:buFont typeface="Lato"/>
              <a:buNone/>
              <a:defRPr sz="1400">
                <a:solidFill>
                  <a:srgbClr val="3F3F3F"/>
                </a:solidFill>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6" name="Google Shape;276;p89"/>
          <p:cNvSpPr txBox="1"/>
          <p:nvPr>
            <p:ph idx="6" type="body"/>
          </p:nvPr>
        </p:nvSpPr>
        <p:spPr>
          <a:xfrm>
            <a:off x="6237422" y="4482939"/>
            <a:ext cx="5143050" cy="398482"/>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2000"/>
              <a:buFont typeface="Lato"/>
              <a:buNone/>
              <a:defRPr sz="2000">
                <a:solidFill>
                  <a:srgbClr val="B83A4B"/>
                </a:solidFill>
                <a:latin typeface="Lato"/>
                <a:ea typeface="Lato"/>
                <a:cs typeface="Lato"/>
                <a:sym typeface="Lato"/>
              </a:defRPr>
            </a:lvl1pPr>
            <a:lvl2pPr indent="-370840" lvl="1" marL="914400" algn="l">
              <a:lnSpc>
                <a:spcPct val="120000"/>
              </a:lnSpc>
              <a:spcBef>
                <a:spcPts val="500"/>
              </a:spcBef>
              <a:spcAft>
                <a:spcPts val="0"/>
              </a:spcAft>
              <a:buSzPts val="2240"/>
              <a:buChar char="•"/>
              <a:defRPr sz="2000">
                <a:latin typeface="Lato"/>
                <a:ea typeface="Lato"/>
                <a:cs typeface="Lato"/>
                <a:sym typeface="Lato"/>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7" name="Google Shape;277;p89"/>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78" name="Google Shape;278;p89"/>
          <p:cNvSpPr txBox="1"/>
          <p:nvPr>
            <p:ph type="title"/>
          </p:nvPr>
        </p:nvSpPr>
        <p:spPr>
          <a:xfrm>
            <a:off x="800099" y="266701"/>
            <a:ext cx="10596995" cy="632152"/>
          </a:xfrm>
          <a:prstGeom prst="rect">
            <a:avLst/>
          </a:prstGeom>
          <a:noFill/>
          <a:ln>
            <a:noFill/>
          </a:ln>
        </p:spPr>
        <p:txBody>
          <a:bodyPr anchorCtr="0" anchor="b" bIns="45700" lIns="0" spcFirstLastPara="1" rIns="91425" wrap="square" tIns="45700">
            <a:normAutofit/>
          </a:bodyPr>
          <a:lstStyle>
            <a:lvl1pPr lvl="0" algn="l">
              <a:lnSpc>
                <a:spcPct val="90000"/>
              </a:lnSpc>
              <a:spcBef>
                <a:spcPts val="0"/>
              </a:spcBef>
              <a:spcAft>
                <a:spcPts val="0"/>
              </a:spcAft>
              <a:buClr>
                <a:srgbClr val="8C1515"/>
              </a:buClr>
              <a:buSzPts val="3200"/>
              <a:buFont typeface="Lato"/>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279" name="Google Shape;279;p89"/>
          <p:cNvCxnSpPr/>
          <p:nvPr/>
        </p:nvCxnSpPr>
        <p:spPr>
          <a:xfrm>
            <a:off x="800100" y="927135"/>
            <a:ext cx="10553700" cy="0"/>
          </a:xfrm>
          <a:prstGeom prst="straightConnector1">
            <a:avLst/>
          </a:prstGeom>
          <a:noFill/>
          <a:ln cap="flat" cmpd="sng" w="9525">
            <a:solidFill>
              <a:srgbClr val="8C1515"/>
            </a:solidFill>
            <a:prstDash val="solid"/>
            <a:miter lim="800000"/>
            <a:headEnd len="sm" w="sm" type="none"/>
            <a:tailEnd len="sm" w="sm"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3 Columns">
  <p:cSld name="Content Slide - 3 Columns">
    <p:bg>
      <p:bgPr>
        <a:solidFill>
          <a:schemeClr val="lt1"/>
        </a:solidFill>
      </p:bgPr>
    </p:bg>
    <p:spTree>
      <p:nvGrpSpPr>
        <p:cNvPr id="280" name="Shape 280"/>
        <p:cNvGrpSpPr/>
        <p:nvPr/>
      </p:nvGrpSpPr>
      <p:grpSpPr>
        <a:xfrm>
          <a:off x="0" y="0"/>
          <a:ext cx="0" cy="0"/>
          <a:chOff x="0" y="0"/>
          <a:chExt cx="0" cy="0"/>
        </a:xfrm>
      </p:grpSpPr>
      <p:sp>
        <p:nvSpPr>
          <p:cNvPr id="281" name="Google Shape;281;p90"/>
          <p:cNvSpPr txBox="1"/>
          <p:nvPr>
            <p:ph idx="1" type="body"/>
          </p:nvPr>
        </p:nvSpPr>
        <p:spPr>
          <a:xfrm>
            <a:off x="800100" y="1107622"/>
            <a:ext cx="3367810" cy="2814641"/>
          </a:xfrm>
          <a:prstGeom prst="rect">
            <a:avLst/>
          </a:prstGeom>
          <a:solidFill>
            <a:schemeClr val="lt1"/>
          </a:solid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600"/>
              <a:buFont typeface="Lato"/>
              <a:buNone/>
              <a:defRPr sz="1600">
                <a:solidFill>
                  <a:srgbClr val="544948"/>
                </a:solidFill>
                <a:latin typeface="Lato"/>
                <a:ea typeface="Lato"/>
                <a:cs typeface="Lato"/>
                <a:sym typeface="Lato"/>
              </a:defRPr>
            </a:lvl1pPr>
            <a:lvl2pPr indent="-342392" lvl="1" marL="914400" algn="l">
              <a:lnSpc>
                <a:spcPct val="120000"/>
              </a:lnSpc>
              <a:spcBef>
                <a:spcPts val="500"/>
              </a:spcBef>
              <a:spcAft>
                <a:spcPts val="0"/>
              </a:spcAft>
              <a:buSzPts val="1792"/>
              <a:buChar char="•"/>
              <a:defRPr sz="1600">
                <a:latin typeface="Lato"/>
                <a:ea typeface="Lato"/>
                <a:cs typeface="Lato"/>
                <a:sym typeface="Lato"/>
              </a:defRPr>
            </a:lvl2pPr>
            <a:lvl3pPr indent="-340360" lvl="2" marL="1371600" algn="l">
              <a:lnSpc>
                <a:spcPct val="120000"/>
              </a:lnSpc>
              <a:spcBef>
                <a:spcPts val="500"/>
              </a:spcBef>
              <a:spcAft>
                <a:spcPts val="0"/>
              </a:spcAft>
              <a:buSzPts val="1760"/>
              <a:buChar char="•"/>
              <a:defRPr sz="1600">
                <a:latin typeface="Lato"/>
                <a:ea typeface="Lato"/>
                <a:cs typeface="Lato"/>
                <a:sym typeface="Lato"/>
              </a:defRPr>
            </a:lvl3pPr>
            <a:lvl4pPr indent="-342392" lvl="3" marL="1828800" algn="l">
              <a:lnSpc>
                <a:spcPct val="120000"/>
              </a:lnSpc>
              <a:spcBef>
                <a:spcPts val="500"/>
              </a:spcBef>
              <a:spcAft>
                <a:spcPts val="0"/>
              </a:spcAft>
              <a:buSzPts val="1792"/>
              <a:buChar char="•"/>
              <a:defRPr sz="1600">
                <a:latin typeface="Lato"/>
                <a:ea typeface="Lato"/>
                <a:cs typeface="Lato"/>
                <a:sym typeface="Lato"/>
              </a:defRPr>
            </a:lvl4pPr>
            <a:lvl5pPr indent="-342392" lvl="4" marL="2286000" algn="l">
              <a:lnSpc>
                <a:spcPct val="120000"/>
              </a:lnSpc>
              <a:spcBef>
                <a:spcPts val="500"/>
              </a:spcBef>
              <a:spcAft>
                <a:spcPts val="0"/>
              </a:spcAft>
              <a:buSzPts val="1792"/>
              <a:buChar char="•"/>
              <a:defRPr sz="1600">
                <a:latin typeface="Lato"/>
                <a:ea typeface="Lato"/>
                <a:cs typeface="Lato"/>
                <a:sym typeface="Lato"/>
              </a:defRPr>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82" name="Google Shape;282;p90"/>
          <p:cNvSpPr txBox="1"/>
          <p:nvPr>
            <p:ph idx="2" type="body"/>
          </p:nvPr>
        </p:nvSpPr>
        <p:spPr>
          <a:xfrm>
            <a:off x="800099" y="4601585"/>
            <a:ext cx="3367810" cy="1456300"/>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400"/>
              <a:buFont typeface="Lato"/>
              <a:buNone/>
              <a:defRPr sz="1400">
                <a:solidFill>
                  <a:srgbClr val="3F3F3F"/>
                </a:solidFill>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3" name="Google Shape;283;p90"/>
          <p:cNvSpPr txBox="1"/>
          <p:nvPr>
            <p:ph idx="3" type="body"/>
          </p:nvPr>
        </p:nvSpPr>
        <p:spPr>
          <a:xfrm>
            <a:off x="800099" y="4104388"/>
            <a:ext cx="3367810" cy="398482"/>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2000"/>
              <a:buFont typeface="Lato"/>
              <a:buNone/>
              <a:defRPr sz="2000">
                <a:solidFill>
                  <a:srgbClr val="B83A4B"/>
                </a:solidFill>
                <a:latin typeface="Lato"/>
                <a:ea typeface="Lato"/>
                <a:cs typeface="Lato"/>
                <a:sym typeface="Lato"/>
              </a:defRPr>
            </a:lvl1pPr>
            <a:lvl2pPr indent="-370840" lvl="1" marL="914400" algn="l">
              <a:lnSpc>
                <a:spcPct val="120000"/>
              </a:lnSpc>
              <a:spcBef>
                <a:spcPts val="500"/>
              </a:spcBef>
              <a:spcAft>
                <a:spcPts val="0"/>
              </a:spcAft>
              <a:buSzPts val="2240"/>
              <a:buChar char="•"/>
              <a:defRPr sz="2000">
                <a:latin typeface="Lato"/>
                <a:ea typeface="Lato"/>
                <a:cs typeface="Lato"/>
                <a:sym typeface="Lato"/>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4" name="Google Shape;284;p90"/>
          <p:cNvSpPr txBox="1"/>
          <p:nvPr>
            <p:ph idx="4" type="body"/>
          </p:nvPr>
        </p:nvSpPr>
        <p:spPr>
          <a:xfrm>
            <a:off x="4412095" y="1107622"/>
            <a:ext cx="3367810" cy="2814641"/>
          </a:xfrm>
          <a:prstGeom prst="rect">
            <a:avLst/>
          </a:prstGeom>
          <a:solidFill>
            <a:schemeClr val="lt1"/>
          </a:solid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600"/>
              <a:buFont typeface="Lato"/>
              <a:buNone/>
              <a:defRPr sz="1600">
                <a:solidFill>
                  <a:srgbClr val="544948"/>
                </a:solidFill>
                <a:latin typeface="Lato"/>
                <a:ea typeface="Lato"/>
                <a:cs typeface="Lato"/>
                <a:sym typeface="Lato"/>
              </a:defRPr>
            </a:lvl1pPr>
            <a:lvl2pPr indent="-342392" lvl="1" marL="914400" algn="l">
              <a:lnSpc>
                <a:spcPct val="120000"/>
              </a:lnSpc>
              <a:spcBef>
                <a:spcPts val="500"/>
              </a:spcBef>
              <a:spcAft>
                <a:spcPts val="0"/>
              </a:spcAft>
              <a:buSzPts val="1792"/>
              <a:buChar char="•"/>
              <a:defRPr sz="1600">
                <a:latin typeface="Lato"/>
                <a:ea typeface="Lato"/>
                <a:cs typeface="Lato"/>
                <a:sym typeface="Lato"/>
              </a:defRPr>
            </a:lvl2pPr>
            <a:lvl3pPr indent="-340360" lvl="2" marL="1371600" algn="l">
              <a:lnSpc>
                <a:spcPct val="120000"/>
              </a:lnSpc>
              <a:spcBef>
                <a:spcPts val="500"/>
              </a:spcBef>
              <a:spcAft>
                <a:spcPts val="0"/>
              </a:spcAft>
              <a:buSzPts val="1760"/>
              <a:buChar char="•"/>
              <a:defRPr sz="1600">
                <a:latin typeface="Lato"/>
                <a:ea typeface="Lato"/>
                <a:cs typeface="Lato"/>
                <a:sym typeface="Lato"/>
              </a:defRPr>
            </a:lvl3pPr>
            <a:lvl4pPr indent="-342392" lvl="3" marL="1828800" algn="l">
              <a:lnSpc>
                <a:spcPct val="120000"/>
              </a:lnSpc>
              <a:spcBef>
                <a:spcPts val="500"/>
              </a:spcBef>
              <a:spcAft>
                <a:spcPts val="0"/>
              </a:spcAft>
              <a:buSzPts val="1792"/>
              <a:buChar char="•"/>
              <a:defRPr sz="1600">
                <a:latin typeface="Lato"/>
                <a:ea typeface="Lato"/>
                <a:cs typeface="Lato"/>
                <a:sym typeface="Lato"/>
              </a:defRPr>
            </a:lvl4pPr>
            <a:lvl5pPr indent="-342392" lvl="4" marL="2286000" algn="l">
              <a:lnSpc>
                <a:spcPct val="120000"/>
              </a:lnSpc>
              <a:spcBef>
                <a:spcPts val="500"/>
              </a:spcBef>
              <a:spcAft>
                <a:spcPts val="0"/>
              </a:spcAft>
              <a:buSzPts val="1792"/>
              <a:buChar char="•"/>
              <a:defRPr sz="1600">
                <a:latin typeface="Lato"/>
                <a:ea typeface="Lato"/>
                <a:cs typeface="Lato"/>
                <a:sym typeface="Lato"/>
              </a:defRPr>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85" name="Google Shape;285;p90"/>
          <p:cNvSpPr txBox="1"/>
          <p:nvPr>
            <p:ph idx="5" type="body"/>
          </p:nvPr>
        </p:nvSpPr>
        <p:spPr>
          <a:xfrm>
            <a:off x="4412094" y="4601585"/>
            <a:ext cx="3367810" cy="1456300"/>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400"/>
              <a:buFont typeface="Lato"/>
              <a:buNone/>
              <a:defRPr sz="1400">
                <a:solidFill>
                  <a:srgbClr val="3F3F3F"/>
                </a:solidFill>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6" name="Google Shape;286;p90"/>
          <p:cNvSpPr txBox="1"/>
          <p:nvPr>
            <p:ph idx="6" type="body"/>
          </p:nvPr>
        </p:nvSpPr>
        <p:spPr>
          <a:xfrm>
            <a:off x="4412094" y="4104388"/>
            <a:ext cx="3367810" cy="398482"/>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2000"/>
              <a:buFont typeface="Lato"/>
              <a:buNone/>
              <a:defRPr sz="2000">
                <a:solidFill>
                  <a:srgbClr val="B83A4B"/>
                </a:solidFill>
                <a:latin typeface="Lato"/>
                <a:ea typeface="Lato"/>
                <a:cs typeface="Lato"/>
                <a:sym typeface="Lato"/>
              </a:defRPr>
            </a:lvl1pPr>
            <a:lvl2pPr indent="-370840" lvl="1" marL="914400" algn="l">
              <a:lnSpc>
                <a:spcPct val="120000"/>
              </a:lnSpc>
              <a:spcBef>
                <a:spcPts val="500"/>
              </a:spcBef>
              <a:spcAft>
                <a:spcPts val="0"/>
              </a:spcAft>
              <a:buSzPts val="2240"/>
              <a:buChar char="•"/>
              <a:defRPr sz="2000">
                <a:latin typeface="Lato"/>
                <a:ea typeface="Lato"/>
                <a:cs typeface="Lato"/>
                <a:sym typeface="Lato"/>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 name="Google Shape;287;p90"/>
          <p:cNvSpPr txBox="1"/>
          <p:nvPr>
            <p:ph idx="7" type="body"/>
          </p:nvPr>
        </p:nvSpPr>
        <p:spPr>
          <a:xfrm>
            <a:off x="8003707" y="1107622"/>
            <a:ext cx="3367810" cy="2814641"/>
          </a:xfrm>
          <a:prstGeom prst="rect">
            <a:avLst/>
          </a:prstGeom>
          <a:solidFill>
            <a:schemeClr val="lt1"/>
          </a:solid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600"/>
              <a:buFont typeface="Lato"/>
              <a:buNone/>
              <a:defRPr sz="1600">
                <a:solidFill>
                  <a:srgbClr val="544948"/>
                </a:solidFill>
                <a:latin typeface="Lato"/>
                <a:ea typeface="Lato"/>
                <a:cs typeface="Lato"/>
                <a:sym typeface="Lato"/>
              </a:defRPr>
            </a:lvl1pPr>
            <a:lvl2pPr indent="-342392" lvl="1" marL="914400" algn="l">
              <a:lnSpc>
                <a:spcPct val="120000"/>
              </a:lnSpc>
              <a:spcBef>
                <a:spcPts val="500"/>
              </a:spcBef>
              <a:spcAft>
                <a:spcPts val="0"/>
              </a:spcAft>
              <a:buSzPts val="1792"/>
              <a:buChar char="•"/>
              <a:defRPr sz="1600">
                <a:latin typeface="Lato"/>
                <a:ea typeface="Lato"/>
                <a:cs typeface="Lato"/>
                <a:sym typeface="Lato"/>
              </a:defRPr>
            </a:lvl2pPr>
            <a:lvl3pPr indent="-340360" lvl="2" marL="1371600" algn="l">
              <a:lnSpc>
                <a:spcPct val="120000"/>
              </a:lnSpc>
              <a:spcBef>
                <a:spcPts val="500"/>
              </a:spcBef>
              <a:spcAft>
                <a:spcPts val="0"/>
              </a:spcAft>
              <a:buSzPts val="1760"/>
              <a:buChar char="•"/>
              <a:defRPr sz="1600">
                <a:latin typeface="Lato"/>
                <a:ea typeface="Lato"/>
                <a:cs typeface="Lato"/>
                <a:sym typeface="Lato"/>
              </a:defRPr>
            </a:lvl3pPr>
            <a:lvl4pPr indent="-342392" lvl="3" marL="1828800" algn="l">
              <a:lnSpc>
                <a:spcPct val="120000"/>
              </a:lnSpc>
              <a:spcBef>
                <a:spcPts val="500"/>
              </a:spcBef>
              <a:spcAft>
                <a:spcPts val="0"/>
              </a:spcAft>
              <a:buSzPts val="1792"/>
              <a:buChar char="•"/>
              <a:defRPr sz="1600">
                <a:latin typeface="Lato"/>
                <a:ea typeface="Lato"/>
                <a:cs typeface="Lato"/>
                <a:sym typeface="Lato"/>
              </a:defRPr>
            </a:lvl4pPr>
            <a:lvl5pPr indent="-342392" lvl="4" marL="2286000" algn="l">
              <a:lnSpc>
                <a:spcPct val="120000"/>
              </a:lnSpc>
              <a:spcBef>
                <a:spcPts val="500"/>
              </a:spcBef>
              <a:spcAft>
                <a:spcPts val="0"/>
              </a:spcAft>
              <a:buSzPts val="1792"/>
              <a:buChar char="•"/>
              <a:defRPr sz="1600">
                <a:latin typeface="Lato"/>
                <a:ea typeface="Lato"/>
                <a:cs typeface="Lato"/>
                <a:sym typeface="Lato"/>
              </a:defRPr>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88" name="Google Shape;288;p90"/>
          <p:cNvSpPr txBox="1"/>
          <p:nvPr>
            <p:ph idx="8" type="body"/>
          </p:nvPr>
        </p:nvSpPr>
        <p:spPr>
          <a:xfrm>
            <a:off x="8003706" y="4601585"/>
            <a:ext cx="3367810" cy="1456300"/>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1400"/>
              <a:buFont typeface="Lato"/>
              <a:buNone/>
              <a:defRPr sz="1400">
                <a:solidFill>
                  <a:srgbClr val="3F3F3F"/>
                </a:solidFill>
              </a:defRPr>
            </a:lvl1pPr>
            <a:lvl2pPr indent="-356616" lvl="1" marL="914400" algn="l">
              <a:lnSpc>
                <a:spcPct val="120000"/>
              </a:lnSpc>
              <a:spcBef>
                <a:spcPts val="500"/>
              </a:spcBef>
              <a:spcAft>
                <a:spcPts val="0"/>
              </a:spcAft>
              <a:buSzPts val="2016"/>
              <a:buChar char="•"/>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 name="Google Shape;289;p90"/>
          <p:cNvSpPr txBox="1"/>
          <p:nvPr>
            <p:ph idx="9" type="body"/>
          </p:nvPr>
        </p:nvSpPr>
        <p:spPr>
          <a:xfrm>
            <a:off x="8003706" y="4104388"/>
            <a:ext cx="3367810" cy="398482"/>
          </a:xfrm>
          <a:prstGeom prst="rect">
            <a:avLst/>
          </a:prstGeom>
          <a:noFill/>
          <a:ln>
            <a:noFill/>
          </a:ln>
        </p:spPr>
        <p:txBody>
          <a:bodyPr anchorCtr="0" anchor="t" bIns="45700" lIns="0" spcFirstLastPara="1" rIns="91425" wrap="square" tIns="45700">
            <a:noAutofit/>
          </a:bodyPr>
          <a:lstStyle>
            <a:lvl1pPr indent="-228600" lvl="0" marL="457200" algn="l">
              <a:lnSpc>
                <a:spcPct val="120000"/>
              </a:lnSpc>
              <a:spcBef>
                <a:spcPts val="1000"/>
              </a:spcBef>
              <a:spcAft>
                <a:spcPts val="0"/>
              </a:spcAft>
              <a:buSzPts val="2000"/>
              <a:buFont typeface="Lato"/>
              <a:buNone/>
              <a:defRPr sz="2000">
                <a:solidFill>
                  <a:srgbClr val="B83A4B"/>
                </a:solidFill>
                <a:latin typeface="Lato"/>
                <a:ea typeface="Lato"/>
                <a:cs typeface="Lato"/>
                <a:sym typeface="Lato"/>
              </a:defRPr>
            </a:lvl1pPr>
            <a:lvl2pPr indent="-370840" lvl="1" marL="914400" algn="l">
              <a:lnSpc>
                <a:spcPct val="120000"/>
              </a:lnSpc>
              <a:spcBef>
                <a:spcPts val="500"/>
              </a:spcBef>
              <a:spcAft>
                <a:spcPts val="0"/>
              </a:spcAft>
              <a:buSzPts val="2240"/>
              <a:buChar char="•"/>
              <a:defRPr sz="2000">
                <a:latin typeface="Lato"/>
                <a:ea typeface="Lato"/>
                <a:cs typeface="Lato"/>
                <a:sym typeface="Lato"/>
              </a:defRPr>
            </a:lvl2pPr>
            <a:lvl3pPr indent="-354330" lvl="2" marL="1371600" algn="l">
              <a:lnSpc>
                <a:spcPct val="120000"/>
              </a:lnSpc>
              <a:spcBef>
                <a:spcPts val="500"/>
              </a:spcBef>
              <a:spcAft>
                <a:spcPts val="0"/>
              </a:spcAft>
              <a:buSzPts val="1980"/>
              <a:buChar char="•"/>
              <a:defRPr/>
            </a:lvl3pPr>
            <a:lvl4pPr indent="-356616" lvl="3" marL="1828800" algn="l">
              <a:lnSpc>
                <a:spcPct val="120000"/>
              </a:lnSpc>
              <a:spcBef>
                <a:spcPts val="500"/>
              </a:spcBef>
              <a:spcAft>
                <a:spcPts val="0"/>
              </a:spcAft>
              <a:buSzPts val="2016"/>
              <a:buChar char="•"/>
              <a:defRPr/>
            </a:lvl4pPr>
            <a:lvl5pPr indent="-356616" lvl="4" marL="2286000" algn="l">
              <a:lnSpc>
                <a:spcPct val="120000"/>
              </a:lnSpc>
              <a:spcBef>
                <a:spcPts val="500"/>
              </a:spcBef>
              <a:spcAft>
                <a:spcPts val="0"/>
              </a:spcAft>
              <a:buSzPts val="2016"/>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 name="Google Shape;290;p90"/>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91" name="Google Shape;291;p90"/>
          <p:cNvSpPr txBox="1"/>
          <p:nvPr>
            <p:ph type="title"/>
          </p:nvPr>
        </p:nvSpPr>
        <p:spPr>
          <a:xfrm>
            <a:off x="800099" y="266701"/>
            <a:ext cx="10596995" cy="632152"/>
          </a:xfrm>
          <a:prstGeom prst="rect">
            <a:avLst/>
          </a:prstGeom>
          <a:noFill/>
          <a:ln>
            <a:noFill/>
          </a:ln>
        </p:spPr>
        <p:txBody>
          <a:bodyPr anchorCtr="0" anchor="b" bIns="45700" lIns="0" spcFirstLastPara="1" rIns="91425" wrap="square" tIns="45700">
            <a:normAutofit/>
          </a:bodyPr>
          <a:lstStyle>
            <a:lvl1pPr lvl="0" algn="l">
              <a:lnSpc>
                <a:spcPct val="90000"/>
              </a:lnSpc>
              <a:spcBef>
                <a:spcPts val="0"/>
              </a:spcBef>
              <a:spcAft>
                <a:spcPts val="0"/>
              </a:spcAft>
              <a:buClr>
                <a:srgbClr val="8C1515"/>
              </a:buClr>
              <a:buSzPts val="3200"/>
              <a:buFont typeface="Lato"/>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292" name="Google Shape;292;p90"/>
          <p:cNvCxnSpPr/>
          <p:nvPr/>
        </p:nvCxnSpPr>
        <p:spPr>
          <a:xfrm>
            <a:off x="800100" y="927135"/>
            <a:ext cx="10553700" cy="0"/>
          </a:xfrm>
          <a:prstGeom prst="straightConnector1">
            <a:avLst/>
          </a:prstGeom>
          <a:noFill/>
          <a:ln cap="flat" cmpd="sng" w="9525">
            <a:solidFill>
              <a:srgbClr val="8C1515"/>
            </a:solidFill>
            <a:prstDash val="solid"/>
            <a:miter lim="800000"/>
            <a:headEnd len="sm" w="sm" type="none"/>
            <a:tailEnd len="sm" w="sm"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93" name="Shape 29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theme" Target="../theme/theme3.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image" Target="../media/image2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7" Type="http://schemas.openxmlformats.org/officeDocument/2006/relationships/slideLayout" Target="../slideLayouts/slideLayout29.xml"/><Relationship Id="rId16" Type="http://schemas.openxmlformats.org/officeDocument/2006/relationships/slideLayout" Target="../slideLayouts/slideLayout28.xml"/><Relationship Id="rId5" Type="http://schemas.openxmlformats.org/officeDocument/2006/relationships/slideLayout" Target="../slideLayouts/slideLayout17.xml"/><Relationship Id="rId19" Type="http://schemas.openxmlformats.org/officeDocument/2006/relationships/slideLayout" Target="../slideLayouts/slideLayout31.xml"/><Relationship Id="rId6" Type="http://schemas.openxmlformats.org/officeDocument/2006/relationships/slideLayout" Target="../slideLayouts/slideLayout18.xml"/><Relationship Id="rId18" Type="http://schemas.openxmlformats.org/officeDocument/2006/relationships/slideLayout" Target="../slideLayouts/slideLayout30.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9"/>
          <p:cNvSpPr txBox="1"/>
          <p:nvPr>
            <p:ph type="title"/>
          </p:nvPr>
        </p:nvSpPr>
        <p:spPr>
          <a:xfrm>
            <a:off x="800100" y="636586"/>
            <a:ext cx="10553700" cy="1074519"/>
          </a:xfrm>
          <a:prstGeom prst="rect">
            <a:avLst/>
          </a:prstGeom>
          <a:noFill/>
          <a:ln>
            <a:noFill/>
          </a:ln>
        </p:spPr>
        <p:txBody>
          <a:bodyPr anchorCtr="0" anchor="b" bIns="45700" lIns="0" spcFirstLastPara="1" rIns="91425" wrap="square" tIns="45700">
            <a:noAutofit/>
          </a:bodyPr>
          <a:lstStyle>
            <a:lvl1pPr lvl="0" marR="0" rtl="0" algn="l">
              <a:lnSpc>
                <a:spcPct val="90000"/>
              </a:lnSpc>
              <a:spcBef>
                <a:spcPts val="0"/>
              </a:spcBef>
              <a:spcAft>
                <a:spcPts val="0"/>
              </a:spcAft>
              <a:buClr>
                <a:srgbClr val="8C1515"/>
              </a:buClr>
              <a:buSzPts val="4800"/>
              <a:buFont typeface="Lato"/>
              <a:buNone/>
              <a:defRPr b="1" i="0" sz="4800" u="none" cap="none" strike="noStrike">
                <a:solidFill>
                  <a:srgbClr val="8C1515"/>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9"/>
          <p:cNvSpPr txBox="1"/>
          <p:nvPr>
            <p:ph idx="1" type="body"/>
          </p:nvPr>
        </p:nvSpPr>
        <p:spPr>
          <a:xfrm>
            <a:off x="800100" y="1998482"/>
            <a:ext cx="10553700" cy="3996966"/>
          </a:xfrm>
          <a:prstGeom prst="rect">
            <a:avLst/>
          </a:prstGeom>
          <a:noFill/>
          <a:ln>
            <a:noFill/>
          </a:ln>
        </p:spPr>
        <p:txBody>
          <a:bodyPr anchorCtr="0" anchor="t" bIns="45700" lIns="0" spcFirstLastPara="1" rIns="91425" wrap="square" tIns="45700">
            <a:noAutofit/>
          </a:bodyPr>
          <a:lstStyle>
            <a:lvl1pPr indent="-228600" lvl="0" marL="457200" marR="0" rtl="0" algn="l">
              <a:lnSpc>
                <a:spcPct val="100000"/>
              </a:lnSpc>
              <a:spcBef>
                <a:spcPts val="500"/>
              </a:spcBef>
              <a:spcAft>
                <a:spcPts val="0"/>
              </a:spcAft>
              <a:buClr>
                <a:srgbClr val="3F3F3F"/>
              </a:buClr>
              <a:buSzPts val="1600"/>
              <a:buFont typeface="Lato"/>
              <a:buNone/>
              <a:defRPr b="0" i="0" sz="1600" u="none" cap="none" strike="noStrike">
                <a:solidFill>
                  <a:srgbClr val="3F3F3F"/>
                </a:solidFill>
                <a:latin typeface="Lato"/>
                <a:ea typeface="Lato"/>
                <a:cs typeface="Lato"/>
                <a:sym typeface="Lato"/>
              </a:defRPr>
            </a:lvl1pPr>
            <a:lvl2pPr indent="-342392" lvl="1" marL="914400" marR="0" rtl="0" algn="l">
              <a:lnSpc>
                <a:spcPct val="100000"/>
              </a:lnSpc>
              <a:spcBef>
                <a:spcPts val="500"/>
              </a:spcBef>
              <a:spcAft>
                <a:spcPts val="0"/>
              </a:spcAft>
              <a:buClr>
                <a:srgbClr val="B83A4B"/>
              </a:buClr>
              <a:buSzPts val="1792"/>
              <a:buFont typeface="Arial"/>
              <a:buChar char="•"/>
              <a:defRPr b="0" i="0" sz="1600" u="none" cap="none" strike="noStrike">
                <a:solidFill>
                  <a:srgbClr val="3F3F3F"/>
                </a:solidFill>
                <a:latin typeface="Lato"/>
                <a:ea typeface="Lato"/>
                <a:cs typeface="Lato"/>
                <a:sym typeface="Lato"/>
              </a:defRPr>
            </a:lvl2pPr>
            <a:lvl3pPr indent="-340360" lvl="2" marL="1371600" marR="0" rtl="0" algn="l">
              <a:lnSpc>
                <a:spcPct val="100000"/>
              </a:lnSpc>
              <a:spcBef>
                <a:spcPts val="500"/>
              </a:spcBef>
              <a:spcAft>
                <a:spcPts val="0"/>
              </a:spcAft>
              <a:buClr>
                <a:srgbClr val="B83A4B"/>
              </a:buClr>
              <a:buSzPts val="1760"/>
              <a:buFont typeface="Arial"/>
              <a:buChar char="•"/>
              <a:defRPr b="0" i="0" sz="1600" u="none" cap="none" strike="noStrike">
                <a:solidFill>
                  <a:srgbClr val="3F3F3F"/>
                </a:solidFill>
                <a:latin typeface="Lato"/>
                <a:ea typeface="Lato"/>
                <a:cs typeface="Lato"/>
                <a:sym typeface="Lato"/>
              </a:defRPr>
            </a:lvl3pPr>
            <a:lvl4pPr indent="-328168" lvl="3" marL="1828800" marR="0" rtl="0" algn="l">
              <a:lnSpc>
                <a:spcPct val="100000"/>
              </a:lnSpc>
              <a:spcBef>
                <a:spcPts val="500"/>
              </a:spcBef>
              <a:spcAft>
                <a:spcPts val="0"/>
              </a:spcAft>
              <a:buClr>
                <a:srgbClr val="B83A4B"/>
              </a:buClr>
              <a:buSzPts val="1568"/>
              <a:buFont typeface="Arial"/>
              <a:buChar char="•"/>
              <a:defRPr b="0" i="0" sz="1400" u="none" cap="none" strike="noStrike">
                <a:solidFill>
                  <a:srgbClr val="3F3F3F"/>
                </a:solidFill>
                <a:latin typeface="Lato"/>
                <a:ea typeface="Lato"/>
                <a:cs typeface="Lato"/>
                <a:sym typeface="Lato"/>
              </a:defRPr>
            </a:lvl4pPr>
            <a:lvl5pPr indent="-328168" lvl="4" marL="2286000" marR="0" rtl="0" algn="l">
              <a:lnSpc>
                <a:spcPct val="100000"/>
              </a:lnSpc>
              <a:spcBef>
                <a:spcPts val="500"/>
              </a:spcBef>
              <a:spcAft>
                <a:spcPts val="0"/>
              </a:spcAft>
              <a:buClr>
                <a:srgbClr val="B83A4B"/>
              </a:buClr>
              <a:buSzPts val="1568"/>
              <a:buFont typeface="Arial"/>
              <a:buChar char="•"/>
              <a:defRPr b="0" i="1" sz="1400" u="none" cap="none" strike="noStrike">
                <a:solidFill>
                  <a:srgbClr val="3F3F3F"/>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88">
          <p15:clr>
            <a:srgbClr val="F26B43"/>
          </p15:clr>
        </p15:guide>
        <p15:guide id="2" orient="horz" pos="408">
          <p15:clr>
            <a:srgbClr val="F26B43"/>
          </p15:clr>
        </p15:guide>
        <p15:guide id="3" orient="horz" pos="1104">
          <p15:clr>
            <a:srgbClr val="F26B43"/>
          </p15:clr>
        </p15:guide>
        <p15:guide id="4" orient="horz" pos="1464">
          <p15:clr>
            <a:srgbClr val="F26B43"/>
          </p15:clr>
        </p15:guide>
        <p15:guide id="5" pos="3840">
          <p15:clr>
            <a:srgbClr val="F26B43"/>
          </p15:clr>
        </p15:guide>
        <p15:guide id="6" pos="504">
          <p15:clr>
            <a:srgbClr val="F26B43"/>
          </p15:clr>
        </p15:guide>
        <p15:guide id="7" pos="7152">
          <p15:clr>
            <a:srgbClr val="F26B43"/>
          </p15:clr>
        </p15:guide>
        <p15:guide id="8" orient="horz" pos="3984">
          <p15:clr>
            <a:srgbClr val="F26B43"/>
          </p15:clr>
        </p15:guide>
        <p15:guide id="9" orient="horz" pos="4128">
          <p15:clr>
            <a:srgbClr val="F26B43"/>
          </p15:clr>
        </p15:guide>
        <p15:guide id="10" orient="horz" pos="3816">
          <p15:clr>
            <a:srgbClr val="F26B43"/>
          </p15:clr>
        </p15:guide>
        <p15:guide id="11" pos="43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 name="Shape 117"/>
        <p:cNvGrpSpPr/>
        <p:nvPr/>
      </p:nvGrpSpPr>
      <p:grpSpPr>
        <a:xfrm>
          <a:off x="0" y="0"/>
          <a:ext cx="0" cy="0"/>
          <a:chOff x="0" y="0"/>
          <a:chExt cx="0" cy="0"/>
        </a:xfrm>
      </p:grpSpPr>
      <p:sp>
        <p:nvSpPr>
          <p:cNvPr id="118" name="Google Shape;118;p61"/>
          <p:cNvSpPr txBox="1"/>
          <p:nvPr>
            <p:ph type="title"/>
          </p:nvPr>
        </p:nvSpPr>
        <p:spPr>
          <a:xfrm>
            <a:off x="800100" y="636586"/>
            <a:ext cx="10553700" cy="1074519"/>
          </a:xfrm>
          <a:prstGeom prst="rect">
            <a:avLst/>
          </a:prstGeom>
          <a:noFill/>
          <a:ln>
            <a:noFill/>
          </a:ln>
        </p:spPr>
        <p:txBody>
          <a:bodyPr anchorCtr="0" anchor="b" bIns="45700" lIns="0" spcFirstLastPara="1" rIns="91425" wrap="square" tIns="45700">
            <a:noAutofit/>
          </a:bodyPr>
          <a:lstStyle>
            <a:lvl1pPr lvl="0" marR="0" rtl="0" algn="l">
              <a:lnSpc>
                <a:spcPct val="90000"/>
              </a:lnSpc>
              <a:spcBef>
                <a:spcPts val="0"/>
              </a:spcBef>
              <a:spcAft>
                <a:spcPts val="0"/>
              </a:spcAft>
              <a:buClr>
                <a:srgbClr val="8C1515"/>
              </a:buClr>
              <a:buSzPts val="3600"/>
              <a:buFont typeface="Lato"/>
              <a:buNone/>
              <a:defRPr b="1" i="0" sz="3600" u="none" cap="none" strike="noStrike">
                <a:solidFill>
                  <a:srgbClr val="8C1515"/>
                </a:solidFill>
                <a:latin typeface="Lato"/>
                <a:ea typeface="Lato"/>
                <a:cs typeface="Lato"/>
                <a:sym typeface="La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9" name="Google Shape;119;p61"/>
          <p:cNvSpPr txBox="1"/>
          <p:nvPr>
            <p:ph idx="1" type="body"/>
          </p:nvPr>
        </p:nvSpPr>
        <p:spPr>
          <a:xfrm>
            <a:off x="800100" y="1998482"/>
            <a:ext cx="10553700" cy="3996966"/>
          </a:xfrm>
          <a:prstGeom prst="rect">
            <a:avLst/>
          </a:prstGeom>
          <a:noFill/>
          <a:ln>
            <a:noFill/>
          </a:ln>
        </p:spPr>
        <p:txBody>
          <a:bodyPr anchorCtr="0" anchor="t" bIns="45700" lIns="0" spcFirstLastPara="1" rIns="91425" wrap="square" tIns="45700">
            <a:noAutofit/>
          </a:bodyPr>
          <a:lstStyle>
            <a:lvl1pPr indent="-228600" lvl="0" marL="457200" marR="0" rtl="0" algn="l">
              <a:lnSpc>
                <a:spcPct val="120000"/>
              </a:lnSpc>
              <a:spcBef>
                <a:spcPts val="1000"/>
              </a:spcBef>
              <a:spcAft>
                <a:spcPts val="0"/>
              </a:spcAft>
              <a:buClr>
                <a:srgbClr val="B83A4B"/>
              </a:buClr>
              <a:buSzPts val="1600"/>
              <a:buFont typeface="Lato"/>
              <a:buNone/>
              <a:defRPr b="0" i="0" sz="1600" u="none" cap="none" strike="noStrike">
                <a:solidFill>
                  <a:schemeClr val="dk1"/>
                </a:solidFill>
                <a:latin typeface="Lato"/>
                <a:ea typeface="Lato"/>
                <a:cs typeface="Lato"/>
                <a:sym typeface="Lato"/>
              </a:defRPr>
            </a:lvl1pPr>
            <a:lvl2pPr indent="-342392" lvl="1" marL="914400" marR="0" rtl="0" algn="l">
              <a:lnSpc>
                <a:spcPct val="120000"/>
              </a:lnSpc>
              <a:spcBef>
                <a:spcPts val="500"/>
              </a:spcBef>
              <a:spcAft>
                <a:spcPts val="0"/>
              </a:spcAft>
              <a:buClr>
                <a:srgbClr val="B83A4B"/>
              </a:buClr>
              <a:buSzPts val="1792"/>
              <a:buFont typeface="Arial"/>
              <a:buChar char="•"/>
              <a:defRPr b="0" i="0" sz="1600" u="none" cap="none" strike="noStrike">
                <a:solidFill>
                  <a:schemeClr val="dk1"/>
                </a:solidFill>
                <a:latin typeface="Lato"/>
                <a:ea typeface="Lato"/>
                <a:cs typeface="Lato"/>
                <a:sym typeface="Lato"/>
              </a:defRPr>
            </a:lvl2pPr>
            <a:lvl3pPr indent="-340360" lvl="2" marL="1371600" marR="0" rtl="0" algn="l">
              <a:lnSpc>
                <a:spcPct val="120000"/>
              </a:lnSpc>
              <a:spcBef>
                <a:spcPts val="500"/>
              </a:spcBef>
              <a:spcAft>
                <a:spcPts val="0"/>
              </a:spcAft>
              <a:buClr>
                <a:srgbClr val="B83A4B"/>
              </a:buClr>
              <a:buSzPts val="1760"/>
              <a:buFont typeface="Arial"/>
              <a:buChar char="•"/>
              <a:defRPr b="0" i="0" sz="1600" u="none" cap="none" strike="noStrike">
                <a:solidFill>
                  <a:schemeClr val="dk1"/>
                </a:solidFill>
                <a:latin typeface="Lato"/>
                <a:ea typeface="Lato"/>
                <a:cs typeface="Lato"/>
                <a:sym typeface="Lato"/>
              </a:defRPr>
            </a:lvl3pPr>
            <a:lvl4pPr indent="-328168" lvl="3" marL="1828800" marR="0" rtl="0" algn="l">
              <a:lnSpc>
                <a:spcPct val="120000"/>
              </a:lnSpc>
              <a:spcBef>
                <a:spcPts val="500"/>
              </a:spcBef>
              <a:spcAft>
                <a:spcPts val="0"/>
              </a:spcAft>
              <a:buClr>
                <a:srgbClr val="B83A4B"/>
              </a:buClr>
              <a:buSzPts val="1568"/>
              <a:buFont typeface="Arial"/>
              <a:buChar char="•"/>
              <a:defRPr b="0" i="0" sz="1400" u="none" cap="none" strike="noStrike">
                <a:solidFill>
                  <a:schemeClr val="dk1"/>
                </a:solidFill>
                <a:latin typeface="Lato"/>
                <a:ea typeface="Lato"/>
                <a:cs typeface="Lato"/>
                <a:sym typeface="Lato"/>
              </a:defRPr>
            </a:lvl4pPr>
            <a:lvl5pPr indent="-328168" lvl="4" marL="2286000" marR="0" rtl="0" algn="l">
              <a:lnSpc>
                <a:spcPct val="120000"/>
              </a:lnSpc>
              <a:spcBef>
                <a:spcPts val="500"/>
              </a:spcBef>
              <a:spcAft>
                <a:spcPts val="0"/>
              </a:spcAft>
              <a:buClr>
                <a:srgbClr val="B83A4B"/>
              </a:buClr>
              <a:buSzPts val="1568"/>
              <a:buFont typeface="Arial"/>
              <a:buChar char="•"/>
              <a:defRPr b="0" i="1" sz="14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0" name="Google Shape;120;p61"/>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rgbClr val="3F3F3F"/>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pic>
        <p:nvPicPr>
          <p:cNvPr id="121" name="Google Shape;121;p61"/>
          <p:cNvPicPr preferRelativeResize="0"/>
          <p:nvPr/>
        </p:nvPicPr>
        <p:blipFill rotWithShape="1">
          <a:blip r:embed="rId1">
            <a:alphaModFix/>
          </a:blip>
          <a:srcRect b="0" l="0" r="0" t="0"/>
          <a:stretch/>
        </p:blipFill>
        <p:spPr>
          <a:xfrm>
            <a:off x="788670" y="6361842"/>
            <a:ext cx="643152" cy="21251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xml"/><Relationship Id="rId3" Type="http://schemas.openxmlformats.org/officeDocument/2006/relationships/image" Target="../media/image21.png"/><Relationship Id="rId4" Type="http://schemas.openxmlformats.org/officeDocument/2006/relationships/image" Target="../media/image23.png"/><Relationship Id="rId5" Type="http://schemas.openxmlformats.org/officeDocument/2006/relationships/image" Target="../media/image35.png"/><Relationship Id="rId6" Type="http://schemas.openxmlformats.org/officeDocument/2006/relationships/image" Target="../media/image39.png"/><Relationship Id="rId7"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8.xml"/><Relationship Id="rId3" Type="http://schemas.openxmlformats.org/officeDocument/2006/relationships/image" Target="../media/image33.png"/><Relationship Id="rId4" Type="http://schemas.openxmlformats.org/officeDocument/2006/relationships/image" Target="../media/image30.png"/><Relationship Id="rId5" Type="http://schemas.openxmlformats.org/officeDocument/2006/relationships/image" Target="../media/image32.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hyperlink" Target="http://isdci.slac.stanford.edu"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 Id="rId3" Type="http://schemas.openxmlformats.org/officeDocument/2006/relationships/image" Target="../media/image37.png"/><Relationship Id="rId4" Type="http://schemas.openxmlformats.org/officeDocument/2006/relationships/image" Target="../media/image24.png"/><Relationship Id="rId5" Type="http://schemas.openxmlformats.org/officeDocument/2006/relationships/image" Target="../media/image36.png"/><Relationship Id="rId6" Type="http://schemas.openxmlformats.org/officeDocument/2006/relationships/image" Target="../media/image41.png"/><Relationship Id="rId7" Type="http://schemas.openxmlformats.org/officeDocument/2006/relationships/image" Target="../media/image49.png"/><Relationship Id="rId8"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 Id="rId3" Type="http://schemas.openxmlformats.org/officeDocument/2006/relationships/image" Target="../media/image48.png"/><Relationship Id="rId4" Type="http://schemas.openxmlformats.org/officeDocument/2006/relationships/image" Target="../media/image47.png"/><Relationship Id="rId5" Type="http://schemas.openxmlformats.org/officeDocument/2006/relationships/image" Target="../media/image46.png"/><Relationship Id="rId6" Type="http://schemas.openxmlformats.org/officeDocument/2006/relationships/image" Target="../media/image45.png"/><Relationship Id="rId7" Type="http://schemas.openxmlformats.org/officeDocument/2006/relationships/image" Target="../media/image44.png"/><Relationship Id="rId8" Type="http://schemas.openxmlformats.org/officeDocument/2006/relationships/image" Target="../media/image5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1.xml"/><Relationship Id="rId3" Type="http://schemas.openxmlformats.org/officeDocument/2006/relationships/image" Target="../media/image57.png"/><Relationship Id="rId4" Type="http://schemas.openxmlformats.org/officeDocument/2006/relationships/image" Target="../media/image56.png"/><Relationship Id="rId5" Type="http://schemas.openxmlformats.org/officeDocument/2006/relationships/hyperlink" Target="http://ai-accel.slac.stanford.edu" TargetMode="External"/><Relationship Id="rId6" Type="http://schemas.openxmlformats.org/officeDocument/2006/relationships/hyperlink" Target="http://ai-accel.slac.stanford.edu" TargetMode="External"/><Relationship Id="rId7" Type="http://schemas.openxmlformats.org/officeDocument/2006/relationships/image" Target="../media/image5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2.xml"/><Relationship Id="rId3" Type="http://schemas.openxmlformats.org/officeDocument/2006/relationships/image" Target="../media/image42.png"/><Relationship Id="rId4" Type="http://schemas.openxmlformats.org/officeDocument/2006/relationships/image" Target="../media/image38.png"/><Relationship Id="rId5" Type="http://schemas.openxmlformats.org/officeDocument/2006/relationships/image" Target="../media/image40.png"/><Relationship Id="rId6" Type="http://schemas.openxmlformats.org/officeDocument/2006/relationships/image" Target="../media/image4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8.xml"/><Relationship Id="rId3" Type="http://schemas.openxmlformats.org/officeDocument/2006/relationships/comments" Target="../comments/commen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 Id="rId3" Type="http://schemas.openxmlformats.org/officeDocument/2006/relationships/hyperlink" Target="https://slacprod.servicenowservices.com/now/nav/ui/classic/params/target/kb_view.do%3Fsys_kb_id%3D5e71bf6b47f8765024b7b995136d4328" TargetMode="External"/><Relationship Id="rId4" Type="http://schemas.openxmlformats.org/officeDocument/2006/relationships/hyperlink" Target="https://slacprod.servicenowservices.com/kb_view.do?sysparm_article=KB0011588" TargetMode="External"/><Relationship Id="rId5" Type="http://schemas.openxmlformats.org/officeDocument/2006/relationships/hyperlink" Target="https://slacprod.servicenowservices.com/kb_view.do?sysparm_article=KB0012569"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7.xml"/><Relationship Id="rId3" Type="http://schemas.openxmlformats.org/officeDocument/2006/relationships/hyperlink" Target="https://slacprod.servicenowservices.com/now/nav/ui/classic/params/target/kb_view.do%3Fsys_kb_id%3D5e71bf6b47f8765024b7b995136d4328" TargetMode="External"/><Relationship Id="rId4" Type="http://schemas.openxmlformats.org/officeDocument/2006/relationships/hyperlink" Target="https://slacprod.servicenowservices.com/kb_view.do?sysparm_article=KB0011588" TargetMode="External"/><Relationship Id="rId5" Type="http://schemas.openxmlformats.org/officeDocument/2006/relationships/hyperlink" Target="https://slacprod.servicenowservices.com/kb_view.do?sysparm_article=KB0012569" TargetMode="External"/><Relationship Id="rId6" Type="http://schemas.openxmlformats.org/officeDocument/2006/relationships/image" Target="../media/image5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 Id="rId3" Type="http://schemas.openxmlformats.org/officeDocument/2006/relationships/hyperlink" Target="https://stanford.enterprise.slack.com/archives/C4UEQH02V" TargetMode="External"/><Relationship Id="rId4" Type="http://schemas.openxmlformats.org/officeDocument/2006/relationships/hyperlink" Target="https://code.visualstudio.com/Download"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0.xml"/><Relationship Id="rId3" Type="http://schemas.openxmlformats.org/officeDocument/2006/relationships/image" Target="../media/image5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1.xml"/><Relationship Id="rId3" Type="http://schemas.openxmlformats.org/officeDocument/2006/relationships/image" Target="../media/image5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 Id="rId3" Type="http://schemas.openxmlformats.org/officeDocument/2006/relationships/image" Target="../media/image6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4.xml"/><Relationship Id="rId3" Type="http://schemas.openxmlformats.org/officeDocument/2006/relationships/image" Target="../media/image5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6.xml"/><Relationship Id="rId3" Type="http://schemas.openxmlformats.org/officeDocument/2006/relationships/image" Target="../media/image5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7.xml"/><Relationship Id="rId3"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1"/>
          <p:cNvSpPr txBox="1"/>
          <p:nvPr>
            <p:ph idx="1" type="body"/>
          </p:nvPr>
        </p:nvSpPr>
        <p:spPr>
          <a:xfrm>
            <a:off x="800100" y="638271"/>
            <a:ext cx="7738884" cy="2246574"/>
          </a:xfrm>
          <a:prstGeom prst="rect">
            <a:avLst/>
          </a:prstGeom>
          <a:noFill/>
          <a:ln>
            <a:noFill/>
          </a:ln>
        </p:spPr>
        <p:txBody>
          <a:bodyPr anchorCtr="0" anchor="b" bIns="45700" lIns="0" spcFirstLastPara="1" rIns="91425" wrap="square" tIns="45700">
            <a:normAutofit/>
          </a:bodyPr>
          <a:lstStyle/>
          <a:p>
            <a:pPr indent="0" lvl="0" marL="0" rtl="0" algn="l">
              <a:lnSpc>
                <a:spcPct val="100000"/>
              </a:lnSpc>
              <a:spcBef>
                <a:spcPts val="0"/>
              </a:spcBef>
              <a:spcAft>
                <a:spcPts val="0"/>
              </a:spcAft>
              <a:buClr>
                <a:srgbClr val="8C1515"/>
              </a:buClr>
              <a:buSzPts val="4400"/>
              <a:buFont typeface="Lato"/>
              <a:buNone/>
            </a:pPr>
            <a:r>
              <a:rPr lang="en-US" sz="4400"/>
              <a:t>AI Development At SLAC</a:t>
            </a:r>
            <a:endParaRPr sz="4400"/>
          </a:p>
          <a:p>
            <a:pPr indent="0" lvl="0" marL="0" rtl="0" algn="l">
              <a:lnSpc>
                <a:spcPct val="100000"/>
              </a:lnSpc>
              <a:spcBef>
                <a:spcPts val="0"/>
              </a:spcBef>
              <a:spcAft>
                <a:spcPts val="0"/>
              </a:spcAft>
              <a:buClr>
                <a:srgbClr val="8C1515"/>
              </a:buClr>
              <a:buSzPts val="4400"/>
              <a:buFont typeface="Lato"/>
              <a:buNone/>
            </a:pPr>
            <a:r>
              <a:rPr lang="en-US" sz="4400"/>
              <a:t>How Can AI Help Me?</a:t>
            </a:r>
            <a:endParaRPr sz="4400"/>
          </a:p>
        </p:txBody>
      </p:sp>
      <p:sp>
        <p:nvSpPr>
          <p:cNvPr id="299" name="Google Shape;299;p1"/>
          <p:cNvSpPr txBox="1"/>
          <p:nvPr>
            <p:ph idx="2" type="body"/>
          </p:nvPr>
        </p:nvSpPr>
        <p:spPr>
          <a:xfrm>
            <a:off x="800099" y="2903265"/>
            <a:ext cx="6659479" cy="505405"/>
          </a:xfrm>
          <a:prstGeom prst="rect">
            <a:avLst/>
          </a:prstGeom>
          <a:noFill/>
          <a:ln>
            <a:noFill/>
          </a:ln>
        </p:spPr>
        <p:txBody>
          <a:bodyPr anchorCtr="0" anchor="b" bIns="45700" lIns="0" spcFirstLastPara="1" rIns="91425" wrap="square" tIns="45700">
            <a:noAutofit/>
          </a:bodyPr>
          <a:lstStyle/>
          <a:p>
            <a:pPr indent="0" lvl="0" marL="0" rtl="0" algn="l">
              <a:lnSpc>
                <a:spcPct val="100000"/>
              </a:lnSpc>
              <a:spcBef>
                <a:spcPts val="0"/>
              </a:spcBef>
              <a:spcAft>
                <a:spcPts val="0"/>
              </a:spcAft>
              <a:buClr>
                <a:srgbClr val="3F3F3F"/>
              </a:buClr>
              <a:buSzPts val="2400"/>
              <a:buFont typeface="Lato"/>
              <a:buNone/>
            </a:pPr>
            <a:r>
              <a:rPr lang="en-US" sz="2400"/>
              <a:t>Best practices for AI development at SLAC</a:t>
            </a:r>
            <a:endParaRPr/>
          </a:p>
        </p:txBody>
      </p:sp>
      <p:sp>
        <p:nvSpPr>
          <p:cNvPr id="300" name="Google Shape;300;p1"/>
          <p:cNvSpPr txBox="1"/>
          <p:nvPr>
            <p:ph idx="3" type="body"/>
          </p:nvPr>
        </p:nvSpPr>
        <p:spPr>
          <a:xfrm>
            <a:off x="800100" y="3836713"/>
            <a:ext cx="6553200" cy="416343"/>
          </a:xfrm>
          <a:prstGeom prst="rect">
            <a:avLst/>
          </a:prstGeom>
          <a:noFill/>
          <a:ln>
            <a:noFill/>
          </a:ln>
        </p:spPr>
        <p:txBody>
          <a:bodyPr anchorCtr="0" anchor="t" bIns="45700" lIns="0" spcFirstLastPara="1" rIns="91425" wrap="square" tIns="45700">
            <a:noAutofit/>
          </a:bodyPr>
          <a:lstStyle/>
          <a:p>
            <a:pPr indent="0" lvl="0" marL="0" rtl="0" algn="l">
              <a:lnSpc>
                <a:spcPct val="100000"/>
              </a:lnSpc>
              <a:spcBef>
                <a:spcPts val="0"/>
              </a:spcBef>
              <a:spcAft>
                <a:spcPts val="0"/>
              </a:spcAft>
              <a:buClr>
                <a:srgbClr val="3F3F3F"/>
              </a:buClr>
              <a:buSzPts val="1800"/>
              <a:buFont typeface="Lato"/>
              <a:buNone/>
            </a:pPr>
            <a:r>
              <a:rPr lang="en-US"/>
              <a:t>ECC AI Usage Working Group</a:t>
            </a:r>
            <a:endParaRPr/>
          </a:p>
        </p:txBody>
      </p:sp>
      <p:sp>
        <p:nvSpPr>
          <p:cNvPr id="301" name="Google Shape;301;p1"/>
          <p:cNvSpPr txBox="1"/>
          <p:nvPr>
            <p:ph idx="4" type="body"/>
          </p:nvPr>
        </p:nvSpPr>
        <p:spPr>
          <a:xfrm>
            <a:off x="800100" y="4260940"/>
            <a:ext cx="6553200" cy="416337"/>
          </a:xfrm>
          <a:prstGeom prst="rect">
            <a:avLst/>
          </a:prstGeom>
          <a:noFill/>
          <a:ln>
            <a:noFill/>
          </a:ln>
        </p:spPr>
        <p:txBody>
          <a:bodyPr anchorCtr="0" anchor="t" bIns="45700" lIns="0" spcFirstLastPara="1" rIns="91425" wrap="square" tIns="45700">
            <a:noAutofit/>
          </a:bodyPr>
          <a:lstStyle/>
          <a:p>
            <a:pPr indent="0" lvl="0" marL="0" rtl="0" algn="l">
              <a:lnSpc>
                <a:spcPct val="100000"/>
              </a:lnSpc>
              <a:spcBef>
                <a:spcPts val="0"/>
              </a:spcBef>
              <a:spcAft>
                <a:spcPts val="0"/>
              </a:spcAft>
              <a:buClr>
                <a:srgbClr val="3F3F3F"/>
              </a:buClr>
              <a:buSzPts val="1800"/>
              <a:buFont typeface="Lato"/>
              <a:buNone/>
            </a:pPr>
            <a:r>
              <a:rPr lang="en-US"/>
              <a:t>5</a:t>
            </a:r>
            <a:r>
              <a:rPr lang="en-US">
                <a:latin typeface="Lato"/>
                <a:ea typeface="Lato"/>
                <a:cs typeface="Lato"/>
                <a:sym typeface="Lato"/>
              </a:rPr>
              <a:t>/</a:t>
            </a:r>
            <a:r>
              <a:rPr lang="en-US"/>
              <a:t>19</a:t>
            </a:r>
            <a:r>
              <a:rPr lang="en-US">
                <a:latin typeface="Lato"/>
                <a:ea typeface="Lato"/>
                <a:cs typeface="Lato"/>
                <a:sym typeface="Lato"/>
              </a:rPr>
              <a:t>/2026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
          <p:cNvSpPr txBox="1"/>
          <p:nvPr>
            <p:ph type="title"/>
          </p:nvPr>
        </p:nvSpPr>
        <p:spPr>
          <a:xfrm>
            <a:off x="800100" y="266701"/>
            <a:ext cx="10553700" cy="632152"/>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Introduction (Ryan will update)</a:t>
            </a:r>
            <a:endParaRPr/>
          </a:p>
        </p:txBody>
      </p:sp>
      <p:sp>
        <p:nvSpPr>
          <p:cNvPr id="307" name="Google Shape;307;p4"/>
          <p:cNvSpPr txBox="1"/>
          <p:nvPr>
            <p:ph idx="2" type="body"/>
          </p:nvPr>
        </p:nvSpPr>
        <p:spPr>
          <a:xfrm>
            <a:off x="800100" y="1051904"/>
            <a:ext cx="10553700" cy="5005996"/>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lang="en-US">
                <a:latin typeface="Lato"/>
                <a:ea typeface="Lato"/>
                <a:cs typeface="Lato"/>
                <a:sym typeface="Lato"/>
              </a:rPr>
              <a:t>Recent advances in </a:t>
            </a:r>
            <a:r>
              <a:rPr b="1" lang="en-US">
                <a:latin typeface="Lato"/>
                <a:ea typeface="Lato"/>
                <a:cs typeface="Lato"/>
                <a:sym typeface="Lato"/>
              </a:rPr>
              <a:t>generative</a:t>
            </a:r>
            <a:r>
              <a:rPr lang="en-US">
                <a:latin typeface="Lato"/>
                <a:ea typeface="Lato"/>
                <a:cs typeface="Lato"/>
                <a:sym typeface="Lato"/>
              </a:rPr>
              <a:t> and </a:t>
            </a:r>
            <a:r>
              <a:rPr b="1" lang="en-US">
                <a:latin typeface="Lato"/>
                <a:ea typeface="Lato"/>
                <a:cs typeface="Lato"/>
                <a:sym typeface="Lato"/>
              </a:rPr>
              <a:t>agentic AI</a:t>
            </a:r>
            <a:r>
              <a:rPr lang="en-US">
                <a:latin typeface="Lato"/>
                <a:ea typeface="Lato"/>
                <a:cs typeface="Lato"/>
                <a:sym typeface="Lato"/>
              </a:rPr>
              <a:t> are transforming how software is developed, tested, and deployed in scientific computing.</a:t>
            </a:r>
            <a:endParaRPr/>
          </a:p>
          <a:p>
            <a:pPr indent="-285750" lvl="0" marL="285750" rtl="0" algn="l">
              <a:lnSpc>
                <a:spcPct val="120000"/>
              </a:lnSpc>
              <a:spcBef>
                <a:spcPts val="1000"/>
              </a:spcBef>
              <a:spcAft>
                <a:spcPts val="0"/>
              </a:spcAft>
              <a:buSzPts val="1600"/>
              <a:buFont typeface="Arial"/>
              <a:buChar char="•"/>
            </a:pPr>
            <a:r>
              <a:rPr lang="en-US">
                <a:latin typeface="Lato"/>
                <a:ea typeface="Lato"/>
                <a:cs typeface="Lato"/>
                <a:sym typeface="Lato"/>
              </a:rPr>
              <a:t>At SLAC, these technologies are being adopted with a focus on </a:t>
            </a:r>
            <a:r>
              <a:rPr b="1" lang="en-US">
                <a:latin typeface="Lato"/>
                <a:ea typeface="Lato"/>
                <a:cs typeface="Lato"/>
                <a:sym typeface="Lato"/>
              </a:rPr>
              <a:t>security, policy compliance, and operational reliability</a:t>
            </a:r>
            <a:r>
              <a:rPr lang="en-US">
                <a:latin typeface="Lato"/>
                <a:ea typeface="Lato"/>
                <a:cs typeface="Lato"/>
                <a:sym typeface="Lato"/>
              </a:rPr>
              <a:t>, especially within EPICS control systems and the S3DF ecosystem.</a:t>
            </a:r>
            <a:endParaRPr/>
          </a:p>
          <a:p>
            <a:pPr indent="-285750" lvl="0" marL="285750" rtl="0" algn="l">
              <a:lnSpc>
                <a:spcPct val="120000"/>
              </a:lnSpc>
              <a:spcBef>
                <a:spcPts val="1000"/>
              </a:spcBef>
              <a:spcAft>
                <a:spcPts val="0"/>
              </a:spcAft>
              <a:buSzPts val="1600"/>
              <a:buFont typeface="Arial"/>
              <a:buChar char="•"/>
            </a:pPr>
            <a:r>
              <a:rPr lang="en-US">
                <a:latin typeface="Lato"/>
                <a:ea typeface="Lato"/>
                <a:cs typeface="Lato"/>
                <a:sym typeface="Lato"/>
              </a:rPr>
              <a:t>This seminar provides a </a:t>
            </a:r>
            <a:r>
              <a:rPr b="1" lang="en-US">
                <a:latin typeface="Lato"/>
                <a:ea typeface="Lato"/>
                <a:cs typeface="Lato"/>
                <a:sym typeface="Lato"/>
              </a:rPr>
              <a:t>practical, end-to-end view of real AI workflows used by SLAC engineers, covering policy, implementation, and future capabilities</a:t>
            </a:r>
            <a:r>
              <a:rPr lang="en-US">
                <a:latin typeface="Lato"/>
                <a:ea typeface="Lato"/>
                <a:cs typeface="Lato"/>
                <a:sym typeface="Lato"/>
              </a:rPr>
              <a:t> across three sessions.</a:t>
            </a:r>
            <a:endParaRPr/>
          </a:p>
          <a:p>
            <a:pPr indent="-285750" lvl="0" marL="285750" rtl="0" algn="l">
              <a:lnSpc>
                <a:spcPct val="120000"/>
              </a:lnSpc>
              <a:spcBef>
                <a:spcPts val="1000"/>
              </a:spcBef>
              <a:spcAft>
                <a:spcPts val="0"/>
              </a:spcAft>
              <a:buSzPts val="1600"/>
              <a:buFont typeface="Arial"/>
              <a:buChar char="•"/>
            </a:pPr>
            <a:r>
              <a:rPr b="1" lang="en-US">
                <a:latin typeface="Lato"/>
                <a:ea typeface="Lato"/>
                <a:cs typeface="Lato"/>
                <a:sym typeface="Lato"/>
              </a:rPr>
              <a:t>Generative AI</a:t>
            </a:r>
            <a:r>
              <a:rPr lang="en-US">
                <a:latin typeface="Lato"/>
                <a:ea typeface="Lato"/>
                <a:cs typeface="Lato"/>
                <a:sym typeface="Lato"/>
              </a:rPr>
              <a:t>: Creates new content (text, code, images) from learned patterns</a:t>
            </a:r>
            <a:endParaRPr/>
          </a:p>
          <a:p>
            <a:pPr indent="-285750" lvl="0" marL="285750" rtl="0" algn="l">
              <a:lnSpc>
                <a:spcPct val="120000"/>
              </a:lnSpc>
              <a:spcBef>
                <a:spcPts val="1000"/>
              </a:spcBef>
              <a:spcAft>
                <a:spcPts val="0"/>
              </a:spcAft>
              <a:buSzPts val="1600"/>
              <a:buFont typeface="Arial"/>
              <a:buChar char="•"/>
            </a:pPr>
            <a:r>
              <a:rPr b="1" lang="en-US"/>
              <a:t>Agentic AI</a:t>
            </a:r>
            <a:r>
              <a:rPr lang="en-US"/>
              <a:t>: Acts autonomously to plan, reason, and achieve goals with minimal human input</a:t>
            </a:r>
            <a:endParaRPr/>
          </a:p>
        </p:txBody>
      </p:sp>
      <p:sp>
        <p:nvSpPr>
          <p:cNvPr id="308" name="Google Shape;308;p4"/>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2"/>
          <p:cNvSpPr txBox="1"/>
          <p:nvPr>
            <p:ph idx="1" type="body"/>
          </p:nvPr>
        </p:nvSpPr>
        <p:spPr>
          <a:xfrm>
            <a:off x="800100" y="1110216"/>
            <a:ext cx="10553700" cy="398482"/>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2000"/>
              <a:buFont typeface="Lato"/>
              <a:buNone/>
            </a:pPr>
            <a:r>
              <a:rPr lang="en-US"/>
              <a:t>AI Assisted Code Debug</a:t>
            </a:r>
            <a:endParaRPr/>
          </a:p>
        </p:txBody>
      </p:sp>
      <p:sp>
        <p:nvSpPr>
          <p:cNvPr id="314" name="Google Shape;314;p12"/>
          <p:cNvSpPr txBox="1"/>
          <p:nvPr>
            <p:ph type="title"/>
          </p:nvPr>
        </p:nvSpPr>
        <p:spPr>
          <a:xfrm>
            <a:off x="800100" y="266701"/>
            <a:ext cx="10553700" cy="632152"/>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latin typeface="Lato"/>
                <a:ea typeface="Lato"/>
                <a:cs typeface="Lato"/>
                <a:sym typeface="Lato"/>
              </a:rPr>
              <a:t>Generative AI Use Case 1</a:t>
            </a:r>
            <a:endParaRPr/>
          </a:p>
        </p:txBody>
      </p:sp>
      <p:sp>
        <p:nvSpPr>
          <p:cNvPr id="315" name="Google Shape;315;p12"/>
          <p:cNvSpPr txBox="1"/>
          <p:nvPr>
            <p:ph idx="2" type="body"/>
          </p:nvPr>
        </p:nvSpPr>
        <p:spPr>
          <a:xfrm>
            <a:off x="800100" y="1605068"/>
            <a:ext cx="10553700" cy="4452832"/>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b="1" lang="en-US"/>
              <a:t>Kuktae Kim</a:t>
            </a:r>
            <a:endParaRPr/>
          </a:p>
        </p:txBody>
      </p:sp>
      <p:sp>
        <p:nvSpPr>
          <p:cNvPr id="316" name="Google Shape;316;p12"/>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e1827f76b4_0_19"/>
          <p:cNvSpPr txBox="1"/>
          <p:nvPr>
            <p:ph idx="1" type="body"/>
          </p:nvPr>
        </p:nvSpPr>
        <p:spPr>
          <a:xfrm>
            <a:off x="800100" y="1110216"/>
            <a:ext cx="10553700" cy="398400"/>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2000"/>
              <a:buFont typeface="Lato"/>
              <a:buNone/>
            </a:pPr>
            <a:r>
              <a:rPr lang="en-US"/>
              <a:t>AI Assisted Feature Addition To Existing Code</a:t>
            </a:r>
            <a:endParaRPr/>
          </a:p>
        </p:txBody>
      </p:sp>
      <p:sp>
        <p:nvSpPr>
          <p:cNvPr id="322" name="Google Shape;322;g3e1827f76b4_0_19"/>
          <p:cNvSpPr txBox="1"/>
          <p:nvPr>
            <p:ph type="title"/>
          </p:nvPr>
        </p:nvSpPr>
        <p:spPr>
          <a:xfrm>
            <a:off x="800100" y="266701"/>
            <a:ext cx="10553700" cy="632100"/>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latin typeface="Lato"/>
                <a:ea typeface="Lato"/>
                <a:cs typeface="Lato"/>
                <a:sym typeface="Lato"/>
              </a:rPr>
              <a:t>Generative AI Use Case </a:t>
            </a:r>
            <a:r>
              <a:rPr lang="en-US"/>
              <a:t>2</a:t>
            </a:r>
            <a:endParaRPr/>
          </a:p>
        </p:txBody>
      </p:sp>
      <p:sp>
        <p:nvSpPr>
          <p:cNvPr id="323" name="Google Shape;323;g3e1827f76b4_0_19"/>
          <p:cNvSpPr txBox="1"/>
          <p:nvPr>
            <p:ph idx="2" type="body"/>
          </p:nvPr>
        </p:nvSpPr>
        <p:spPr>
          <a:xfrm>
            <a:off x="800100" y="1605068"/>
            <a:ext cx="10553700" cy="4452900"/>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b="1" lang="en-US"/>
              <a:t>Ben Reese</a:t>
            </a:r>
            <a:endParaRPr/>
          </a:p>
        </p:txBody>
      </p:sp>
      <p:sp>
        <p:nvSpPr>
          <p:cNvPr id="324" name="Google Shape;324;g3e1827f76b4_0_19"/>
          <p:cNvSpPr txBox="1"/>
          <p:nvPr>
            <p:ph idx="12" type="sldNum"/>
          </p:nvPr>
        </p:nvSpPr>
        <p:spPr>
          <a:xfrm>
            <a:off x="8610600" y="6282824"/>
            <a:ext cx="2743200" cy="365100"/>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3e1827f76b4_0_26"/>
          <p:cNvSpPr txBox="1"/>
          <p:nvPr>
            <p:ph idx="1" type="body"/>
          </p:nvPr>
        </p:nvSpPr>
        <p:spPr>
          <a:xfrm>
            <a:off x="800100" y="1110216"/>
            <a:ext cx="10553700" cy="398400"/>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2000"/>
              <a:buFont typeface="Lato"/>
              <a:buNone/>
            </a:pPr>
            <a:r>
              <a:rPr lang="en-US"/>
              <a:t>AI Assisted System Level Debugging</a:t>
            </a:r>
            <a:endParaRPr/>
          </a:p>
        </p:txBody>
      </p:sp>
      <p:sp>
        <p:nvSpPr>
          <p:cNvPr id="330" name="Google Shape;330;g3e1827f76b4_0_26"/>
          <p:cNvSpPr txBox="1"/>
          <p:nvPr>
            <p:ph type="title"/>
          </p:nvPr>
        </p:nvSpPr>
        <p:spPr>
          <a:xfrm>
            <a:off x="800100" y="266701"/>
            <a:ext cx="10553700" cy="632100"/>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latin typeface="Lato"/>
                <a:ea typeface="Lato"/>
                <a:cs typeface="Lato"/>
                <a:sym typeface="Lato"/>
              </a:rPr>
              <a:t>Generative AI Use Case </a:t>
            </a:r>
            <a:r>
              <a:rPr lang="en-US"/>
              <a:t>3</a:t>
            </a:r>
            <a:endParaRPr/>
          </a:p>
        </p:txBody>
      </p:sp>
      <p:sp>
        <p:nvSpPr>
          <p:cNvPr id="331" name="Google Shape;331;g3e1827f76b4_0_26"/>
          <p:cNvSpPr txBox="1"/>
          <p:nvPr>
            <p:ph idx="2" type="body"/>
          </p:nvPr>
        </p:nvSpPr>
        <p:spPr>
          <a:xfrm>
            <a:off x="800100" y="1605068"/>
            <a:ext cx="10553700" cy="4452900"/>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b="1" lang="en-US"/>
              <a:t>Ryan Herbst</a:t>
            </a:r>
            <a:endParaRPr/>
          </a:p>
        </p:txBody>
      </p:sp>
      <p:sp>
        <p:nvSpPr>
          <p:cNvPr id="332" name="Google Shape;332;g3e1827f76b4_0_26"/>
          <p:cNvSpPr txBox="1"/>
          <p:nvPr>
            <p:ph idx="12" type="sldNum"/>
          </p:nvPr>
        </p:nvSpPr>
        <p:spPr>
          <a:xfrm>
            <a:off x="8610600" y="6282824"/>
            <a:ext cx="2743200" cy="365100"/>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e1827f76b4_0_33"/>
          <p:cNvSpPr txBox="1"/>
          <p:nvPr>
            <p:ph idx="1" type="body"/>
          </p:nvPr>
        </p:nvSpPr>
        <p:spPr>
          <a:xfrm>
            <a:off x="800100" y="1110216"/>
            <a:ext cx="10553700" cy="398400"/>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2000"/>
              <a:buFont typeface="Lato"/>
              <a:buNone/>
            </a:pPr>
            <a:r>
              <a:rPr lang="en-US"/>
              <a:t>AI Assisted Data Analysis</a:t>
            </a:r>
            <a:endParaRPr/>
          </a:p>
        </p:txBody>
      </p:sp>
      <p:sp>
        <p:nvSpPr>
          <p:cNvPr id="338" name="Google Shape;338;g3e1827f76b4_0_33"/>
          <p:cNvSpPr txBox="1"/>
          <p:nvPr>
            <p:ph type="title"/>
          </p:nvPr>
        </p:nvSpPr>
        <p:spPr>
          <a:xfrm>
            <a:off x="800100" y="266701"/>
            <a:ext cx="10553700" cy="632100"/>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latin typeface="Lato"/>
                <a:ea typeface="Lato"/>
                <a:cs typeface="Lato"/>
                <a:sym typeface="Lato"/>
              </a:rPr>
              <a:t>Generative AI Use Case </a:t>
            </a:r>
            <a:r>
              <a:rPr lang="en-US"/>
              <a:t>4</a:t>
            </a:r>
            <a:endParaRPr/>
          </a:p>
        </p:txBody>
      </p:sp>
      <p:sp>
        <p:nvSpPr>
          <p:cNvPr id="339" name="Google Shape;339;g3e1827f76b4_0_33"/>
          <p:cNvSpPr txBox="1"/>
          <p:nvPr>
            <p:ph idx="2" type="body"/>
          </p:nvPr>
        </p:nvSpPr>
        <p:spPr>
          <a:xfrm>
            <a:off x="800100" y="1605068"/>
            <a:ext cx="10553700" cy="4452900"/>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b="1" lang="en-US"/>
              <a:t>Cong Wang</a:t>
            </a:r>
            <a:endParaRPr/>
          </a:p>
        </p:txBody>
      </p:sp>
      <p:sp>
        <p:nvSpPr>
          <p:cNvPr id="340" name="Google Shape;340;g3e1827f76b4_0_33"/>
          <p:cNvSpPr txBox="1"/>
          <p:nvPr>
            <p:ph idx="12" type="sldNum"/>
          </p:nvPr>
        </p:nvSpPr>
        <p:spPr>
          <a:xfrm>
            <a:off x="8610600" y="6282824"/>
            <a:ext cx="2743200" cy="365100"/>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 name="Shape 345"/>
        <p:cNvGrpSpPr/>
        <p:nvPr/>
      </p:nvGrpSpPr>
      <p:grpSpPr>
        <a:xfrm>
          <a:off x="0" y="0"/>
          <a:ext cx="0" cy="0"/>
          <a:chOff x="0" y="0"/>
          <a:chExt cx="0" cy="0"/>
        </a:xfrm>
      </p:grpSpPr>
      <p:sp>
        <p:nvSpPr>
          <p:cNvPr id="346" name="Google Shape;346;g3e291eb4d72_8_0"/>
          <p:cNvSpPr/>
          <p:nvPr/>
        </p:nvSpPr>
        <p:spPr>
          <a:xfrm>
            <a:off x="548640" y="310896"/>
            <a:ext cx="110643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1D27"/>
              </a:buClr>
              <a:buSzPts val="3000"/>
              <a:buFont typeface="Arial"/>
              <a:buNone/>
            </a:pPr>
            <a:r>
              <a:rPr b="1" i="0" lang="en-US" sz="3000" u="none" cap="none" strike="noStrike">
                <a:solidFill>
                  <a:srgbClr val="8F1D27"/>
                </a:solidFill>
                <a:latin typeface="Arial"/>
                <a:ea typeface="Arial"/>
                <a:cs typeface="Arial"/>
                <a:sym typeface="Arial"/>
              </a:rPr>
              <a:t>Pitfalls of Using AI</a:t>
            </a:r>
            <a:endParaRPr b="0" i="0" sz="3000" u="none" cap="none" strike="noStrike">
              <a:solidFill>
                <a:schemeClr val="dk1"/>
              </a:solidFill>
              <a:latin typeface="Calibri"/>
              <a:ea typeface="Calibri"/>
              <a:cs typeface="Calibri"/>
              <a:sym typeface="Calibri"/>
            </a:endParaRPr>
          </a:p>
        </p:txBody>
      </p:sp>
      <p:sp>
        <p:nvSpPr>
          <p:cNvPr id="347" name="Google Shape;347;g3e291eb4d72_8_0"/>
          <p:cNvSpPr/>
          <p:nvPr/>
        </p:nvSpPr>
        <p:spPr>
          <a:xfrm>
            <a:off x="548640" y="1060704"/>
            <a:ext cx="11091600" cy="201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g3e291eb4d72_8_0"/>
          <p:cNvSpPr/>
          <p:nvPr/>
        </p:nvSpPr>
        <p:spPr>
          <a:xfrm>
            <a:off x="548640" y="1207008"/>
            <a:ext cx="1106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E54"/>
              </a:buClr>
              <a:buSzPts val="1800"/>
              <a:buFont typeface="Arial"/>
              <a:buNone/>
            </a:pPr>
            <a:r>
              <a:rPr b="0" i="0" lang="en-US" sz="1800" u="none" cap="none" strike="noStrike">
                <a:solidFill>
                  <a:srgbClr val="A83E54"/>
                </a:solidFill>
                <a:latin typeface="Arial"/>
                <a:ea typeface="Arial"/>
                <a:cs typeface="Arial"/>
                <a:sym typeface="Arial"/>
              </a:rPr>
              <a:t>Know the risks before you lean on the tools</a:t>
            </a:r>
            <a:endParaRPr b="0" i="0" sz="1800" u="none" cap="none" strike="noStrike">
              <a:solidFill>
                <a:schemeClr val="dk1"/>
              </a:solidFill>
              <a:latin typeface="Calibri"/>
              <a:ea typeface="Calibri"/>
              <a:cs typeface="Calibri"/>
              <a:sym typeface="Calibri"/>
            </a:endParaRPr>
          </a:p>
        </p:txBody>
      </p:sp>
      <p:sp>
        <p:nvSpPr>
          <p:cNvPr id="349" name="Google Shape;349;g3e291eb4d72_8_0"/>
          <p:cNvSpPr/>
          <p:nvPr/>
        </p:nvSpPr>
        <p:spPr>
          <a:xfrm>
            <a:off x="548640" y="1783080"/>
            <a:ext cx="3575400" cy="19935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g3e291eb4d72_8_0"/>
          <p:cNvSpPr/>
          <p:nvPr/>
        </p:nvSpPr>
        <p:spPr>
          <a:xfrm>
            <a:off x="548640" y="1783080"/>
            <a:ext cx="3575400" cy="54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g3e291eb4d72_8_0"/>
          <p:cNvSpPr/>
          <p:nvPr/>
        </p:nvSpPr>
        <p:spPr>
          <a:xfrm>
            <a:off x="804672" y="2057400"/>
            <a:ext cx="548700" cy="5487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2" name="Google Shape;352;g3e291eb4d72_8_0"/>
          <p:cNvPicPr preferRelativeResize="0"/>
          <p:nvPr/>
        </p:nvPicPr>
        <p:blipFill rotWithShape="1">
          <a:blip r:embed="rId3">
            <a:alphaModFix/>
          </a:blip>
          <a:srcRect b="0" l="0" r="0" t="0"/>
          <a:stretch/>
        </p:blipFill>
        <p:spPr>
          <a:xfrm>
            <a:off x="932688" y="2185416"/>
            <a:ext cx="292608" cy="292608"/>
          </a:xfrm>
          <a:prstGeom prst="rect">
            <a:avLst/>
          </a:prstGeom>
          <a:noFill/>
          <a:ln>
            <a:noFill/>
          </a:ln>
        </p:spPr>
      </p:pic>
      <p:sp>
        <p:nvSpPr>
          <p:cNvPr id="353" name="Google Shape;353;g3e291eb4d72_8_0"/>
          <p:cNvSpPr/>
          <p:nvPr/>
        </p:nvSpPr>
        <p:spPr>
          <a:xfrm>
            <a:off x="1463040" y="2057400"/>
            <a:ext cx="2478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Issue backlog → PR backlog</a:t>
            </a:r>
            <a:endParaRPr b="0" i="0" sz="1400" u="none" cap="none" strike="noStrike">
              <a:solidFill>
                <a:schemeClr val="dk1"/>
              </a:solidFill>
              <a:latin typeface="Calibri"/>
              <a:ea typeface="Calibri"/>
              <a:cs typeface="Calibri"/>
              <a:sym typeface="Calibri"/>
            </a:endParaRPr>
          </a:p>
        </p:txBody>
      </p:sp>
      <p:sp>
        <p:nvSpPr>
          <p:cNvPr id="354" name="Google Shape;354;g3e291eb4d72_8_0"/>
          <p:cNvSpPr/>
          <p:nvPr/>
        </p:nvSpPr>
        <p:spPr>
          <a:xfrm>
            <a:off x="822960" y="2697480"/>
            <a:ext cx="3063300" cy="10059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C5C5C"/>
              </a:buClr>
              <a:buSzPts val="1050"/>
              <a:buFont typeface="Arial"/>
              <a:buNone/>
            </a:pPr>
            <a:r>
              <a:rPr b="0" i="0" lang="en-US" sz="1050" u="none" cap="none" strike="noStrike">
                <a:solidFill>
                  <a:srgbClr val="5C5C5C"/>
                </a:solidFill>
                <a:latin typeface="Arial"/>
                <a:ea typeface="Arial"/>
                <a:cs typeface="Arial"/>
                <a:sym typeface="Arial"/>
              </a:rPr>
              <a:t>AI doesn't clear the backlog. It turns an issue backlog into a pull-request backlog that still needs human review and merging.</a:t>
            </a:r>
            <a:endParaRPr b="0" i="0" sz="1050" u="none" cap="none" strike="noStrike">
              <a:solidFill>
                <a:schemeClr val="dk1"/>
              </a:solidFill>
              <a:latin typeface="Calibri"/>
              <a:ea typeface="Calibri"/>
              <a:cs typeface="Calibri"/>
              <a:sym typeface="Calibri"/>
            </a:endParaRPr>
          </a:p>
        </p:txBody>
      </p:sp>
      <p:sp>
        <p:nvSpPr>
          <p:cNvPr id="355" name="Google Shape;355;g3e291eb4d72_8_0"/>
          <p:cNvSpPr/>
          <p:nvPr/>
        </p:nvSpPr>
        <p:spPr>
          <a:xfrm>
            <a:off x="4306824" y="1783080"/>
            <a:ext cx="3575400" cy="19935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g3e291eb4d72_8_0"/>
          <p:cNvSpPr/>
          <p:nvPr/>
        </p:nvSpPr>
        <p:spPr>
          <a:xfrm>
            <a:off x="4306824" y="1783080"/>
            <a:ext cx="3575400" cy="54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g3e291eb4d72_8_0"/>
          <p:cNvSpPr/>
          <p:nvPr/>
        </p:nvSpPr>
        <p:spPr>
          <a:xfrm>
            <a:off x="4562856" y="2057400"/>
            <a:ext cx="548700" cy="5487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8" name="Google Shape;358;g3e291eb4d72_8_0"/>
          <p:cNvPicPr preferRelativeResize="0"/>
          <p:nvPr/>
        </p:nvPicPr>
        <p:blipFill rotWithShape="1">
          <a:blip r:embed="rId4">
            <a:alphaModFix/>
          </a:blip>
          <a:srcRect b="0" l="0" r="0" t="0"/>
          <a:stretch/>
        </p:blipFill>
        <p:spPr>
          <a:xfrm>
            <a:off x="4690872" y="2185416"/>
            <a:ext cx="292608" cy="292608"/>
          </a:xfrm>
          <a:prstGeom prst="rect">
            <a:avLst/>
          </a:prstGeom>
          <a:noFill/>
          <a:ln>
            <a:noFill/>
          </a:ln>
        </p:spPr>
      </p:pic>
      <p:sp>
        <p:nvSpPr>
          <p:cNvPr id="359" name="Google Shape;359;g3e291eb4d72_8_0"/>
          <p:cNvSpPr/>
          <p:nvPr/>
        </p:nvSpPr>
        <p:spPr>
          <a:xfrm>
            <a:off x="5221224" y="2057400"/>
            <a:ext cx="2478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Code quality &amp; security</a:t>
            </a:r>
            <a:endParaRPr b="0" i="0" sz="1400" u="none" cap="none" strike="noStrike">
              <a:solidFill>
                <a:schemeClr val="dk1"/>
              </a:solidFill>
              <a:latin typeface="Calibri"/>
              <a:ea typeface="Calibri"/>
              <a:cs typeface="Calibri"/>
              <a:sym typeface="Calibri"/>
            </a:endParaRPr>
          </a:p>
        </p:txBody>
      </p:sp>
      <p:sp>
        <p:nvSpPr>
          <p:cNvPr id="360" name="Google Shape;360;g3e291eb4d72_8_0"/>
          <p:cNvSpPr/>
          <p:nvPr/>
        </p:nvSpPr>
        <p:spPr>
          <a:xfrm>
            <a:off x="4581144" y="2697480"/>
            <a:ext cx="3063300" cy="10059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C5C5C"/>
              </a:buClr>
              <a:buSzPts val="1050"/>
              <a:buFont typeface="Arial"/>
              <a:buNone/>
            </a:pPr>
            <a:r>
              <a:rPr b="0" i="0" lang="en-US" sz="1050" u="none" cap="none" strike="noStrike">
                <a:solidFill>
                  <a:srgbClr val="5C5C5C"/>
                </a:solidFill>
                <a:latin typeface="Arial"/>
                <a:ea typeface="Arial"/>
                <a:cs typeface="Arial"/>
                <a:sym typeface="Arial"/>
              </a:rPr>
              <a:t>AI output still needs the same security review and quality bar as hand-written code. Speed is not a substitute for scrutiny.</a:t>
            </a:r>
            <a:endParaRPr b="0" i="0" sz="1050" u="none" cap="none" strike="noStrike">
              <a:solidFill>
                <a:schemeClr val="dk1"/>
              </a:solidFill>
              <a:latin typeface="Calibri"/>
              <a:ea typeface="Calibri"/>
              <a:cs typeface="Calibri"/>
              <a:sym typeface="Calibri"/>
            </a:endParaRPr>
          </a:p>
        </p:txBody>
      </p:sp>
      <p:sp>
        <p:nvSpPr>
          <p:cNvPr id="361" name="Google Shape;361;g3e291eb4d72_8_0"/>
          <p:cNvSpPr/>
          <p:nvPr/>
        </p:nvSpPr>
        <p:spPr>
          <a:xfrm>
            <a:off x="8065008" y="1783080"/>
            <a:ext cx="3575400" cy="19935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g3e291eb4d72_8_0"/>
          <p:cNvSpPr/>
          <p:nvPr/>
        </p:nvSpPr>
        <p:spPr>
          <a:xfrm>
            <a:off x="8065008" y="1783080"/>
            <a:ext cx="3575400" cy="54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g3e291eb4d72_8_0"/>
          <p:cNvSpPr/>
          <p:nvPr/>
        </p:nvSpPr>
        <p:spPr>
          <a:xfrm>
            <a:off x="8321040" y="2057400"/>
            <a:ext cx="548700" cy="5487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4" name="Google Shape;364;g3e291eb4d72_8_0"/>
          <p:cNvPicPr preferRelativeResize="0"/>
          <p:nvPr/>
        </p:nvPicPr>
        <p:blipFill rotWithShape="1">
          <a:blip r:embed="rId5">
            <a:alphaModFix/>
          </a:blip>
          <a:srcRect b="0" l="0" r="0" t="0"/>
          <a:stretch/>
        </p:blipFill>
        <p:spPr>
          <a:xfrm>
            <a:off x="8449056" y="2185416"/>
            <a:ext cx="292608" cy="292608"/>
          </a:xfrm>
          <a:prstGeom prst="rect">
            <a:avLst/>
          </a:prstGeom>
          <a:noFill/>
          <a:ln>
            <a:noFill/>
          </a:ln>
        </p:spPr>
      </p:pic>
      <p:sp>
        <p:nvSpPr>
          <p:cNvPr id="365" name="Google Shape;365;g3e291eb4d72_8_0"/>
          <p:cNvSpPr/>
          <p:nvPr/>
        </p:nvSpPr>
        <p:spPr>
          <a:xfrm>
            <a:off x="8979408" y="2057400"/>
            <a:ext cx="2478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Hobby projects &amp; knowledge gaps</a:t>
            </a:r>
            <a:endParaRPr b="0" i="0" sz="1400" u="none" cap="none" strike="noStrike">
              <a:solidFill>
                <a:schemeClr val="dk1"/>
              </a:solidFill>
              <a:latin typeface="Calibri"/>
              <a:ea typeface="Calibri"/>
              <a:cs typeface="Calibri"/>
              <a:sym typeface="Calibri"/>
            </a:endParaRPr>
          </a:p>
        </p:txBody>
      </p:sp>
      <p:sp>
        <p:nvSpPr>
          <p:cNvPr id="366" name="Google Shape;366;g3e291eb4d72_8_0"/>
          <p:cNvSpPr/>
          <p:nvPr/>
        </p:nvSpPr>
        <p:spPr>
          <a:xfrm>
            <a:off x="8339328" y="2697480"/>
            <a:ext cx="3063300" cy="10059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C5C5C"/>
              </a:buClr>
              <a:buSzPts val="1050"/>
              <a:buFont typeface="Arial"/>
              <a:buNone/>
            </a:pPr>
            <a:r>
              <a:rPr b="0" i="0" lang="en-US" sz="1050" u="none" cap="none" strike="noStrike">
                <a:solidFill>
                  <a:srgbClr val="5C5C5C"/>
                </a:solidFill>
                <a:latin typeface="Arial"/>
                <a:ea typeface="Arial"/>
                <a:cs typeface="Arial"/>
                <a:sym typeface="Arial"/>
              </a:rPr>
              <a:t>AI makes it easy to spin up projects outside your domain </a:t>
            </a:r>
            <a:r>
              <a:rPr lang="en-US" sz="1050">
                <a:solidFill>
                  <a:srgbClr val="5C5C5C"/>
                </a:solidFill>
              </a:rPr>
              <a:t>without understanding or being aware of </a:t>
            </a:r>
            <a:r>
              <a:rPr b="0" i="0" lang="en-US" sz="1050" u="none" cap="none" strike="noStrike">
                <a:solidFill>
                  <a:srgbClr val="5C5C5C"/>
                </a:solidFill>
                <a:latin typeface="Arial"/>
                <a:ea typeface="Arial"/>
                <a:cs typeface="Arial"/>
                <a:sym typeface="Arial"/>
              </a:rPr>
              <a:t> context</a:t>
            </a:r>
            <a:r>
              <a:rPr lang="en-US" sz="1050">
                <a:solidFill>
                  <a:srgbClr val="5C5C5C"/>
                </a:solidFill>
              </a:rPr>
              <a:t> and </a:t>
            </a:r>
            <a:r>
              <a:rPr lang="en-US" sz="1050">
                <a:solidFill>
                  <a:srgbClr val="5C5C5C"/>
                </a:solidFill>
              </a:rPr>
              <a:t>background,</a:t>
            </a:r>
            <a:r>
              <a:rPr lang="en-US" sz="1050">
                <a:solidFill>
                  <a:srgbClr val="5C5C5C"/>
                </a:solidFill>
              </a:rPr>
              <a:t> which </a:t>
            </a:r>
            <a:r>
              <a:rPr lang="en-US" sz="1050">
                <a:solidFill>
                  <a:srgbClr val="5C5C5C"/>
                </a:solidFill>
              </a:rPr>
              <a:t>led</a:t>
            </a:r>
            <a:r>
              <a:rPr lang="en-US" sz="1050">
                <a:solidFill>
                  <a:srgbClr val="5C5C5C"/>
                </a:solidFill>
              </a:rPr>
              <a:t> to the current state.</a:t>
            </a:r>
            <a:endParaRPr b="0" i="0" sz="1050" u="none" cap="none" strike="noStrike">
              <a:solidFill>
                <a:schemeClr val="dk1"/>
              </a:solidFill>
              <a:latin typeface="Calibri"/>
              <a:ea typeface="Calibri"/>
              <a:cs typeface="Calibri"/>
              <a:sym typeface="Calibri"/>
            </a:endParaRPr>
          </a:p>
        </p:txBody>
      </p:sp>
      <p:sp>
        <p:nvSpPr>
          <p:cNvPr id="367" name="Google Shape;367;g3e291eb4d72_8_0"/>
          <p:cNvSpPr/>
          <p:nvPr/>
        </p:nvSpPr>
        <p:spPr>
          <a:xfrm>
            <a:off x="2427732" y="3995928"/>
            <a:ext cx="3575400" cy="19935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g3e291eb4d72_8_0"/>
          <p:cNvSpPr/>
          <p:nvPr/>
        </p:nvSpPr>
        <p:spPr>
          <a:xfrm>
            <a:off x="2427732" y="3995928"/>
            <a:ext cx="3575400" cy="54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g3e291eb4d72_8_0"/>
          <p:cNvSpPr/>
          <p:nvPr/>
        </p:nvSpPr>
        <p:spPr>
          <a:xfrm>
            <a:off x="2683764" y="4270248"/>
            <a:ext cx="548700" cy="5487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0" name="Google Shape;370;g3e291eb4d72_8_0"/>
          <p:cNvPicPr preferRelativeResize="0"/>
          <p:nvPr/>
        </p:nvPicPr>
        <p:blipFill rotWithShape="1">
          <a:blip r:embed="rId6">
            <a:alphaModFix/>
          </a:blip>
          <a:srcRect b="0" l="0" r="0" t="0"/>
          <a:stretch/>
        </p:blipFill>
        <p:spPr>
          <a:xfrm>
            <a:off x="2811780" y="4398264"/>
            <a:ext cx="292608" cy="292608"/>
          </a:xfrm>
          <a:prstGeom prst="rect">
            <a:avLst/>
          </a:prstGeom>
          <a:noFill/>
          <a:ln>
            <a:noFill/>
          </a:ln>
        </p:spPr>
      </p:pic>
      <p:sp>
        <p:nvSpPr>
          <p:cNvPr id="371" name="Google Shape;371;g3e291eb4d72_8_0"/>
          <p:cNvSpPr/>
          <p:nvPr/>
        </p:nvSpPr>
        <p:spPr>
          <a:xfrm>
            <a:off x="3342132" y="4270248"/>
            <a:ext cx="2478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Licensing &amp; code ownership</a:t>
            </a:r>
            <a:endParaRPr b="0" i="0" sz="1400" u="none" cap="none" strike="noStrike">
              <a:solidFill>
                <a:schemeClr val="dk1"/>
              </a:solidFill>
              <a:latin typeface="Calibri"/>
              <a:ea typeface="Calibri"/>
              <a:cs typeface="Calibri"/>
              <a:sym typeface="Calibri"/>
            </a:endParaRPr>
          </a:p>
        </p:txBody>
      </p:sp>
      <p:sp>
        <p:nvSpPr>
          <p:cNvPr id="372" name="Google Shape;372;g3e291eb4d72_8_0"/>
          <p:cNvSpPr/>
          <p:nvPr/>
        </p:nvSpPr>
        <p:spPr>
          <a:xfrm>
            <a:off x="2702052" y="4910328"/>
            <a:ext cx="3063300" cy="10059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C5C5C"/>
              </a:buClr>
              <a:buSzPts val="1050"/>
              <a:buFont typeface="Arial"/>
              <a:buNone/>
            </a:pPr>
            <a:r>
              <a:rPr b="0" i="0" lang="en-US" sz="1050" u="none" cap="none" strike="noStrike">
                <a:solidFill>
                  <a:srgbClr val="5C5C5C"/>
                </a:solidFill>
                <a:latin typeface="Arial"/>
                <a:ea typeface="Arial"/>
                <a:cs typeface="Arial"/>
                <a:sym typeface="Arial"/>
              </a:rPr>
              <a:t>Questions about generated-code licensing and ownership are unresolved. Treat them as open issues, not settled ground.</a:t>
            </a:r>
            <a:endParaRPr b="0" i="0" sz="1050" u="none" cap="none" strike="noStrike">
              <a:solidFill>
                <a:schemeClr val="dk1"/>
              </a:solidFill>
              <a:latin typeface="Calibri"/>
              <a:ea typeface="Calibri"/>
              <a:cs typeface="Calibri"/>
              <a:sym typeface="Calibri"/>
            </a:endParaRPr>
          </a:p>
        </p:txBody>
      </p:sp>
      <p:sp>
        <p:nvSpPr>
          <p:cNvPr id="373" name="Google Shape;373;g3e291eb4d72_8_0"/>
          <p:cNvSpPr/>
          <p:nvPr/>
        </p:nvSpPr>
        <p:spPr>
          <a:xfrm>
            <a:off x="6185916" y="3995928"/>
            <a:ext cx="3575400" cy="19935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g3e291eb4d72_8_0"/>
          <p:cNvSpPr/>
          <p:nvPr/>
        </p:nvSpPr>
        <p:spPr>
          <a:xfrm>
            <a:off x="6185916" y="3995928"/>
            <a:ext cx="3575400" cy="54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g3e291eb4d72_8_0"/>
          <p:cNvSpPr/>
          <p:nvPr/>
        </p:nvSpPr>
        <p:spPr>
          <a:xfrm>
            <a:off x="6441948" y="4270248"/>
            <a:ext cx="548700" cy="5487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6" name="Google Shape;376;g3e291eb4d72_8_0"/>
          <p:cNvPicPr preferRelativeResize="0"/>
          <p:nvPr/>
        </p:nvPicPr>
        <p:blipFill rotWithShape="1">
          <a:blip r:embed="rId7">
            <a:alphaModFix/>
          </a:blip>
          <a:srcRect b="0" l="0" r="0" t="0"/>
          <a:stretch/>
        </p:blipFill>
        <p:spPr>
          <a:xfrm>
            <a:off x="6569964" y="4398264"/>
            <a:ext cx="292608" cy="292608"/>
          </a:xfrm>
          <a:prstGeom prst="rect">
            <a:avLst/>
          </a:prstGeom>
          <a:noFill/>
          <a:ln>
            <a:noFill/>
          </a:ln>
        </p:spPr>
      </p:pic>
      <p:sp>
        <p:nvSpPr>
          <p:cNvPr id="377" name="Google Shape;377;g3e291eb4d72_8_0"/>
          <p:cNvSpPr/>
          <p:nvPr/>
        </p:nvSpPr>
        <p:spPr>
          <a:xfrm>
            <a:off x="7100316" y="4270248"/>
            <a:ext cx="2478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Skill atrophy</a:t>
            </a:r>
            <a:endParaRPr b="0" i="0" sz="1400" u="none" cap="none" strike="noStrike">
              <a:solidFill>
                <a:schemeClr val="dk1"/>
              </a:solidFill>
              <a:latin typeface="Calibri"/>
              <a:ea typeface="Calibri"/>
              <a:cs typeface="Calibri"/>
              <a:sym typeface="Calibri"/>
            </a:endParaRPr>
          </a:p>
        </p:txBody>
      </p:sp>
      <p:sp>
        <p:nvSpPr>
          <p:cNvPr id="378" name="Google Shape;378;g3e291eb4d72_8_0"/>
          <p:cNvSpPr/>
          <p:nvPr/>
        </p:nvSpPr>
        <p:spPr>
          <a:xfrm>
            <a:off x="6460236" y="4910328"/>
            <a:ext cx="3063300" cy="10059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5C5C5C"/>
              </a:buClr>
              <a:buSzPts val="1050"/>
              <a:buFont typeface="Arial"/>
              <a:buNone/>
            </a:pPr>
            <a:r>
              <a:rPr b="0" i="0" lang="en-US" sz="1050" u="none" cap="none" strike="noStrike">
                <a:solidFill>
                  <a:srgbClr val="5C5C5C"/>
                </a:solidFill>
                <a:latin typeface="Arial"/>
                <a:ea typeface="Arial"/>
                <a:cs typeface="Arial"/>
                <a:sym typeface="Arial"/>
              </a:rPr>
              <a:t>Letting AI do the thinking weakens debugging instincts and slows new-skill growth. Stay critically engaged with what the agent produces.</a:t>
            </a:r>
            <a:endParaRPr b="0" i="0" sz="1050" u="none" cap="none" strike="noStrike">
              <a:solidFill>
                <a:schemeClr val="dk1"/>
              </a:solidFill>
              <a:latin typeface="Calibri"/>
              <a:ea typeface="Calibri"/>
              <a:cs typeface="Calibri"/>
              <a:sym typeface="Calibri"/>
            </a:endParaRPr>
          </a:p>
        </p:txBody>
      </p:sp>
      <p:sp>
        <p:nvSpPr>
          <p:cNvPr id="379" name="Google Shape;379;g3e291eb4d72_8_0"/>
          <p:cNvSpPr/>
          <p:nvPr/>
        </p:nvSpPr>
        <p:spPr>
          <a:xfrm>
            <a:off x="11430000" y="6355080"/>
            <a:ext cx="457200" cy="310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5C5C"/>
              </a:buClr>
              <a:buSzPts val="1200"/>
              <a:buFont typeface="Arial"/>
              <a:buNone/>
            </a:pPr>
            <a:r>
              <a:rPr b="0" i="0" lang="en-US" sz="1200" u="none" cap="none" strike="noStrike">
                <a:solidFill>
                  <a:srgbClr val="5C5C5C"/>
                </a:solidFill>
                <a:latin typeface="Arial"/>
                <a:ea typeface="Arial"/>
                <a:cs typeface="Arial"/>
                <a:sym typeface="Arial"/>
              </a:rPr>
              <a:t>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4" name="Shape 384"/>
        <p:cNvGrpSpPr/>
        <p:nvPr/>
      </p:nvGrpSpPr>
      <p:grpSpPr>
        <a:xfrm>
          <a:off x="0" y="0"/>
          <a:ext cx="0" cy="0"/>
          <a:chOff x="0" y="0"/>
          <a:chExt cx="0" cy="0"/>
        </a:xfrm>
      </p:grpSpPr>
      <p:sp>
        <p:nvSpPr>
          <p:cNvPr id="385" name="Google Shape;385;g3e291eb4d72_8_43"/>
          <p:cNvSpPr/>
          <p:nvPr/>
        </p:nvSpPr>
        <p:spPr>
          <a:xfrm>
            <a:off x="548640" y="310896"/>
            <a:ext cx="110643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1D27"/>
              </a:buClr>
              <a:buSzPts val="3000"/>
              <a:buFont typeface="Arial"/>
              <a:buNone/>
            </a:pPr>
            <a:r>
              <a:rPr b="1" i="0" lang="en-US" sz="3000" u="none" cap="none" strike="noStrike">
                <a:solidFill>
                  <a:srgbClr val="8F1D27"/>
                </a:solidFill>
                <a:latin typeface="Arial"/>
                <a:ea typeface="Arial"/>
                <a:cs typeface="Arial"/>
                <a:sym typeface="Arial"/>
              </a:rPr>
              <a:t>Coordinate With Responsible Staff</a:t>
            </a:r>
            <a:endParaRPr b="0" i="0" sz="3000" u="none" cap="none" strike="noStrike">
              <a:solidFill>
                <a:schemeClr val="dk1"/>
              </a:solidFill>
              <a:latin typeface="Calibri"/>
              <a:ea typeface="Calibri"/>
              <a:cs typeface="Calibri"/>
              <a:sym typeface="Calibri"/>
            </a:endParaRPr>
          </a:p>
        </p:txBody>
      </p:sp>
      <p:sp>
        <p:nvSpPr>
          <p:cNvPr id="386" name="Google Shape;386;g3e291eb4d72_8_43"/>
          <p:cNvSpPr/>
          <p:nvPr/>
        </p:nvSpPr>
        <p:spPr>
          <a:xfrm>
            <a:off x="548640" y="1060704"/>
            <a:ext cx="11091600" cy="201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g3e291eb4d72_8_43"/>
          <p:cNvSpPr/>
          <p:nvPr/>
        </p:nvSpPr>
        <p:spPr>
          <a:xfrm>
            <a:off x="548640" y="1207008"/>
            <a:ext cx="1106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E54"/>
              </a:buClr>
              <a:buSzPts val="1800"/>
              <a:buFont typeface="Arial"/>
              <a:buNone/>
            </a:pPr>
            <a:r>
              <a:rPr b="0" i="0" lang="en-US" sz="1800" u="none" cap="none" strike="noStrike">
                <a:solidFill>
                  <a:srgbClr val="A83E54"/>
                </a:solidFill>
                <a:latin typeface="Arial"/>
                <a:ea typeface="Arial"/>
                <a:cs typeface="Arial"/>
                <a:sym typeface="Arial"/>
              </a:rPr>
              <a:t>Talk before you </a:t>
            </a:r>
            <a:r>
              <a:rPr lang="en-US" sz="1800">
                <a:solidFill>
                  <a:srgbClr val="A83E54"/>
                </a:solidFill>
              </a:rPr>
              <a:t>build;</a:t>
            </a:r>
            <a:r>
              <a:rPr b="0" i="0" lang="en-US" sz="1800" u="none" cap="none" strike="noStrike">
                <a:solidFill>
                  <a:srgbClr val="A83E54"/>
                </a:solidFill>
                <a:latin typeface="Arial"/>
                <a:ea typeface="Arial"/>
                <a:cs typeface="Arial"/>
                <a:sym typeface="Arial"/>
              </a:rPr>
              <a:t> work through the right people</a:t>
            </a:r>
            <a:endParaRPr b="0" i="0" sz="1800" u="none" cap="none" strike="noStrike">
              <a:solidFill>
                <a:schemeClr val="dk1"/>
              </a:solidFill>
              <a:latin typeface="Calibri"/>
              <a:ea typeface="Calibri"/>
              <a:cs typeface="Calibri"/>
              <a:sym typeface="Calibri"/>
            </a:endParaRPr>
          </a:p>
        </p:txBody>
      </p:sp>
      <p:sp>
        <p:nvSpPr>
          <p:cNvPr id="388" name="Google Shape;388;g3e291eb4d72_8_43"/>
          <p:cNvSpPr/>
          <p:nvPr/>
        </p:nvSpPr>
        <p:spPr>
          <a:xfrm>
            <a:off x="548640" y="1874520"/>
            <a:ext cx="2688300" cy="27888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g3e291eb4d72_8_43"/>
          <p:cNvSpPr/>
          <p:nvPr/>
        </p:nvSpPr>
        <p:spPr>
          <a:xfrm>
            <a:off x="548640" y="1874520"/>
            <a:ext cx="2688300" cy="63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g3e291eb4d72_8_43"/>
          <p:cNvSpPr/>
          <p:nvPr/>
        </p:nvSpPr>
        <p:spPr>
          <a:xfrm>
            <a:off x="841248" y="2167128"/>
            <a:ext cx="493800" cy="4938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g3e291eb4d72_8_43"/>
          <p:cNvSpPr/>
          <p:nvPr/>
        </p:nvSpPr>
        <p:spPr>
          <a:xfrm>
            <a:off x="841248" y="2167128"/>
            <a:ext cx="4938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1D27"/>
              </a:buClr>
              <a:buSzPts val="1800"/>
              <a:buFont typeface="Arial"/>
              <a:buNone/>
            </a:pPr>
            <a:r>
              <a:rPr b="1" i="0" lang="en-US" sz="1800" u="none" cap="none" strike="noStrike">
                <a:solidFill>
                  <a:srgbClr val="8F1D27"/>
                </a:solidFill>
                <a:latin typeface="Arial"/>
                <a:ea typeface="Arial"/>
                <a:cs typeface="Arial"/>
                <a:sym typeface="Arial"/>
              </a:rPr>
              <a:t>1</a:t>
            </a:r>
            <a:endParaRPr b="0" i="0" sz="1800" u="none" cap="none" strike="noStrike">
              <a:solidFill>
                <a:schemeClr val="dk1"/>
              </a:solidFill>
              <a:latin typeface="Calibri"/>
              <a:ea typeface="Calibri"/>
              <a:cs typeface="Calibri"/>
              <a:sym typeface="Calibri"/>
            </a:endParaRPr>
          </a:p>
        </p:txBody>
      </p:sp>
      <p:pic>
        <p:nvPicPr>
          <p:cNvPr descr="preencoded.png" id="392" name="Google Shape;392;g3e291eb4d72_8_43"/>
          <p:cNvPicPr preferRelativeResize="0"/>
          <p:nvPr/>
        </p:nvPicPr>
        <p:blipFill rotWithShape="1">
          <a:blip r:embed="rId3">
            <a:alphaModFix/>
          </a:blip>
          <a:srcRect b="0" l="0" r="0" t="0"/>
          <a:stretch/>
        </p:blipFill>
        <p:spPr>
          <a:xfrm>
            <a:off x="1499616" y="2231136"/>
            <a:ext cx="347472" cy="347472"/>
          </a:xfrm>
          <a:prstGeom prst="rect">
            <a:avLst/>
          </a:prstGeom>
          <a:noFill/>
          <a:ln>
            <a:noFill/>
          </a:ln>
        </p:spPr>
      </p:pic>
      <p:sp>
        <p:nvSpPr>
          <p:cNvPr id="393" name="Google Shape;393;g3e291eb4d72_8_43"/>
          <p:cNvSpPr/>
          <p:nvPr/>
        </p:nvSpPr>
        <p:spPr>
          <a:xfrm>
            <a:off x="841248" y="2807208"/>
            <a:ext cx="21762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Check it doesn't exist</a:t>
            </a:r>
            <a:endParaRPr b="0" i="0" sz="1400" u="none" cap="none" strike="noStrike">
              <a:solidFill>
                <a:schemeClr val="dk1"/>
              </a:solidFill>
              <a:latin typeface="Calibri"/>
              <a:ea typeface="Calibri"/>
              <a:cs typeface="Calibri"/>
              <a:sym typeface="Calibri"/>
            </a:endParaRPr>
          </a:p>
        </p:txBody>
      </p:sp>
      <p:sp>
        <p:nvSpPr>
          <p:cNvPr id="394" name="Google Shape;394;g3e291eb4d72_8_43"/>
          <p:cNvSpPr/>
          <p:nvPr/>
        </p:nvSpPr>
        <p:spPr>
          <a:xfrm>
            <a:off x="841248" y="3410712"/>
            <a:ext cx="2176200" cy="118860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5C5C5C"/>
              </a:buClr>
              <a:buSzPts val="1100"/>
              <a:buFont typeface="Arial"/>
              <a:buNone/>
            </a:pPr>
            <a:r>
              <a:rPr b="0" i="0" lang="en-US" sz="1100" u="none" cap="none" strike="noStrike">
                <a:solidFill>
                  <a:srgbClr val="5C5C5C"/>
                </a:solidFill>
                <a:latin typeface="Arial"/>
                <a:ea typeface="Arial"/>
                <a:cs typeface="Arial"/>
                <a:sym typeface="Arial"/>
              </a:rPr>
              <a:t>Confirm no existing effort already solves this before building a new tool.</a:t>
            </a:r>
            <a:endParaRPr b="0" i="0" sz="1100" u="none" cap="none" strike="noStrike">
              <a:solidFill>
                <a:schemeClr val="dk1"/>
              </a:solidFill>
              <a:latin typeface="Calibri"/>
              <a:ea typeface="Calibri"/>
              <a:cs typeface="Calibri"/>
              <a:sym typeface="Calibri"/>
            </a:endParaRPr>
          </a:p>
        </p:txBody>
      </p:sp>
      <p:pic>
        <p:nvPicPr>
          <p:cNvPr descr="preencoded.png" id="395" name="Google Shape;395;g3e291eb4d72_8_43"/>
          <p:cNvPicPr preferRelativeResize="0"/>
          <p:nvPr/>
        </p:nvPicPr>
        <p:blipFill rotWithShape="1">
          <a:blip r:embed="rId4">
            <a:alphaModFix/>
          </a:blip>
          <a:srcRect b="0" l="0" r="0" t="0"/>
          <a:stretch/>
        </p:blipFill>
        <p:spPr>
          <a:xfrm>
            <a:off x="3255264" y="3159252"/>
            <a:ext cx="201168" cy="201168"/>
          </a:xfrm>
          <a:prstGeom prst="rect">
            <a:avLst/>
          </a:prstGeom>
          <a:noFill/>
          <a:ln>
            <a:noFill/>
          </a:ln>
        </p:spPr>
      </p:pic>
      <p:sp>
        <p:nvSpPr>
          <p:cNvPr id="396" name="Google Shape;396;g3e291eb4d72_8_43"/>
          <p:cNvSpPr/>
          <p:nvPr/>
        </p:nvSpPr>
        <p:spPr>
          <a:xfrm>
            <a:off x="3474720" y="1874520"/>
            <a:ext cx="2688300" cy="27888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g3e291eb4d72_8_43"/>
          <p:cNvSpPr/>
          <p:nvPr/>
        </p:nvSpPr>
        <p:spPr>
          <a:xfrm>
            <a:off x="3474720" y="1874520"/>
            <a:ext cx="2688300" cy="63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g3e291eb4d72_8_43"/>
          <p:cNvSpPr/>
          <p:nvPr/>
        </p:nvSpPr>
        <p:spPr>
          <a:xfrm>
            <a:off x="3767328" y="2167128"/>
            <a:ext cx="493800" cy="4938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g3e291eb4d72_8_43"/>
          <p:cNvSpPr/>
          <p:nvPr/>
        </p:nvSpPr>
        <p:spPr>
          <a:xfrm>
            <a:off x="3767328" y="2167128"/>
            <a:ext cx="4938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1D27"/>
              </a:buClr>
              <a:buSzPts val="1800"/>
              <a:buFont typeface="Arial"/>
              <a:buNone/>
            </a:pPr>
            <a:r>
              <a:rPr b="1" i="0" lang="en-US" sz="1800" u="none" cap="none" strike="noStrike">
                <a:solidFill>
                  <a:srgbClr val="8F1D27"/>
                </a:solidFill>
                <a:latin typeface="Arial"/>
                <a:ea typeface="Arial"/>
                <a:cs typeface="Arial"/>
                <a:sym typeface="Arial"/>
              </a:rPr>
              <a:t>2</a:t>
            </a:r>
            <a:endParaRPr b="0" i="0" sz="1800" u="none" cap="none" strike="noStrike">
              <a:solidFill>
                <a:schemeClr val="dk1"/>
              </a:solidFill>
              <a:latin typeface="Calibri"/>
              <a:ea typeface="Calibri"/>
              <a:cs typeface="Calibri"/>
              <a:sym typeface="Calibri"/>
            </a:endParaRPr>
          </a:p>
        </p:txBody>
      </p:sp>
      <p:pic>
        <p:nvPicPr>
          <p:cNvPr descr="preencoded.png" id="400" name="Google Shape;400;g3e291eb4d72_8_43"/>
          <p:cNvPicPr preferRelativeResize="0"/>
          <p:nvPr/>
        </p:nvPicPr>
        <p:blipFill rotWithShape="1">
          <a:blip r:embed="rId5">
            <a:alphaModFix/>
          </a:blip>
          <a:srcRect b="0" l="0" r="0" t="0"/>
          <a:stretch/>
        </p:blipFill>
        <p:spPr>
          <a:xfrm>
            <a:off x="4425696" y="2231136"/>
            <a:ext cx="347472" cy="347472"/>
          </a:xfrm>
          <a:prstGeom prst="rect">
            <a:avLst/>
          </a:prstGeom>
          <a:noFill/>
          <a:ln>
            <a:noFill/>
          </a:ln>
        </p:spPr>
      </p:pic>
      <p:sp>
        <p:nvSpPr>
          <p:cNvPr id="401" name="Google Shape;401;g3e291eb4d72_8_43"/>
          <p:cNvSpPr/>
          <p:nvPr/>
        </p:nvSpPr>
        <p:spPr>
          <a:xfrm>
            <a:off x="3767328" y="2807208"/>
            <a:ext cx="21762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Consult domain leaders</a:t>
            </a:r>
            <a:endParaRPr b="0" i="0" sz="1400" u="none" cap="none" strike="noStrike">
              <a:solidFill>
                <a:schemeClr val="dk1"/>
              </a:solidFill>
              <a:latin typeface="Calibri"/>
              <a:ea typeface="Calibri"/>
              <a:cs typeface="Calibri"/>
              <a:sym typeface="Calibri"/>
            </a:endParaRPr>
          </a:p>
        </p:txBody>
      </p:sp>
      <p:sp>
        <p:nvSpPr>
          <p:cNvPr id="402" name="Google Shape;402;g3e291eb4d72_8_43"/>
          <p:cNvSpPr/>
          <p:nvPr/>
        </p:nvSpPr>
        <p:spPr>
          <a:xfrm>
            <a:off x="3767328" y="3410712"/>
            <a:ext cx="2176200" cy="118860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5C5C5C"/>
              </a:buClr>
              <a:buSzPts val="1100"/>
              <a:buFont typeface="Arial"/>
              <a:buNone/>
            </a:pPr>
            <a:r>
              <a:rPr b="0" i="0" lang="en-US" sz="1100" u="none" cap="none" strike="noStrike">
                <a:solidFill>
                  <a:srgbClr val="5C5C5C"/>
                </a:solidFill>
                <a:latin typeface="Arial"/>
                <a:ea typeface="Arial"/>
                <a:cs typeface="Arial"/>
                <a:sym typeface="Arial"/>
              </a:rPr>
              <a:t>Talk to the established leader or specialist in that area first.</a:t>
            </a:r>
            <a:endParaRPr b="0" i="0" sz="1100" u="none" cap="none" strike="noStrike">
              <a:solidFill>
                <a:schemeClr val="dk1"/>
              </a:solidFill>
              <a:latin typeface="Calibri"/>
              <a:ea typeface="Calibri"/>
              <a:cs typeface="Calibri"/>
              <a:sym typeface="Calibri"/>
            </a:endParaRPr>
          </a:p>
        </p:txBody>
      </p:sp>
      <p:pic>
        <p:nvPicPr>
          <p:cNvPr descr="preencoded.png" id="403" name="Google Shape;403;g3e291eb4d72_8_43"/>
          <p:cNvPicPr preferRelativeResize="0"/>
          <p:nvPr/>
        </p:nvPicPr>
        <p:blipFill rotWithShape="1">
          <a:blip r:embed="rId4">
            <a:alphaModFix/>
          </a:blip>
          <a:srcRect b="0" l="0" r="0" t="0"/>
          <a:stretch/>
        </p:blipFill>
        <p:spPr>
          <a:xfrm>
            <a:off x="6181344" y="3159252"/>
            <a:ext cx="201168" cy="201168"/>
          </a:xfrm>
          <a:prstGeom prst="rect">
            <a:avLst/>
          </a:prstGeom>
          <a:noFill/>
          <a:ln>
            <a:noFill/>
          </a:ln>
        </p:spPr>
      </p:pic>
      <p:sp>
        <p:nvSpPr>
          <p:cNvPr id="404" name="Google Shape;404;g3e291eb4d72_8_43"/>
          <p:cNvSpPr/>
          <p:nvPr/>
        </p:nvSpPr>
        <p:spPr>
          <a:xfrm>
            <a:off x="6400800" y="1874520"/>
            <a:ext cx="2688300" cy="27888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g3e291eb4d72_8_43"/>
          <p:cNvSpPr/>
          <p:nvPr/>
        </p:nvSpPr>
        <p:spPr>
          <a:xfrm>
            <a:off x="6400800" y="1874520"/>
            <a:ext cx="2688300" cy="63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g3e291eb4d72_8_43"/>
          <p:cNvSpPr/>
          <p:nvPr/>
        </p:nvSpPr>
        <p:spPr>
          <a:xfrm>
            <a:off x="6693408" y="2167128"/>
            <a:ext cx="493800" cy="4938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g3e291eb4d72_8_43"/>
          <p:cNvSpPr/>
          <p:nvPr/>
        </p:nvSpPr>
        <p:spPr>
          <a:xfrm>
            <a:off x="6693408" y="2167128"/>
            <a:ext cx="4938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1D27"/>
              </a:buClr>
              <a:buSzPts val="1800"/>
              <a:buFont typeface="Arial"/>
              <a:buNone/>
            </a:pPr>
            <a:r>
              <a:rPr b="1" i="0" lang="en-US" sz="1800" u="none" cap="none" strike="noStrike">
                <a:solidFill>
                  <a:srgbClr val="8F1D27"/>
                </a:solidFill>
                <a:latin typeface="Arial"/>
                <a:ea typeface="Arial"/>
                <a:cs typeface="Arial"/>
                <a:sym typeface="Arial"/>
              </a:rPr>
              <a:t>3</a:t>
            </a:r>
            <a:endParaRPr b="0" i="0" sz="1800" u="none" cap="none" strike="noStrike">
              <a:solidFill>
                <a:schemeClr val="dk1"/>
              </a:solidFill>
              <a:latin typeface="Calibri"/>
              <a:ea typeface="Calibri"/>
              <a:cs typeface="Calibri"/>
              <a:sym typeface="Calibri"/>
            </a:endParaRPr>
          </a:p>
        </p:txBody>
      </p:sp>
      <p:pic>
        <p:nvPicPr>
          <p:cNvPr descr="preencoded.png" id="408" name="Google Shape;408;g3e291eb4d72_8_43"/>
          <p:cNvPicPr preferRelativeResize="0"/>
          <p:nvPr/>
        </p:nvPicPr>
        <p:blipFill rotWithShape="1">
          <a:blip r:embed="rId6">
            <a:alphaModFix/>
          </a:blip>
          <a:srcRect b="0" l="0" r="0" t="0"/>
          <a:stretch/>
        </p:blipFill>
        <p:spPr>
          <a:xfrm>
            <a:off x="7351776" y="2231136"/>
            <a:ext cx="347472" cy="347472"/>
          </a:xfrm>
          <a:prstGeom prst="rect">
            <a:avLst/>
          </a:prstGeom>
          <a:noFill/>
          <a:ln>
            <a:noFill/>
          </a:ln>
        </p:spPr>
      </p:pic>
      <p:sp>
        <p:nvSpPr>
          <p:cNvPr id="409" name="Google Shape;409;g3e291eb4d72_8_43"/>
          <p:cNvSpPr/>
          <p:nvPr/>
        </p:nvSpPr>
        <p:spPr>
          <a:xfrm>
            <a:off x="6693408" y="2807208"/>
            <a:ext cx="21762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Use management channels</a:t>
            </a:r>
            <a:endParaRPr b="0" i="0" sz="1400" u="none" cap="none" strike="noStrike">
              <a:solidFill>
                <a:schemeClr val="dk1"/>
              </a:solidFill>
              <a:latin typeface="Calibri"/>
              <a:ea typeface="Calibri"/>
              <a:cs typeface="Calibri"/>
              <a:sym typeface="Calibri"/>
            </a:endParaRPr>
          </a:p>
        </p:txBody>
      </p:sp>
      <p:sp>
        <p:nvSpPr>
          <p:cNvPr id="410" name="Google Shape;410;g3e291eb4d72_8_43"/>
          <p:cNvSpPr/>
          <p:nvPr/>
        </p:nvSpPr>
        <p:spPr>
          <a:xfrm>
            <a:off x="6693408" y="3410712"/>
            <a:ext cx="2176200" cy="118860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5C5C5C"/>
              </a:buClr>
              <a:buSzPts val="1100"/>
              <a:buFont typeface="Arial"/>
              <a:buNone/>
            </a:pPr>
            <a:r>
              <a:rPr b="0" i="0" lang="en-US" sz="1100" u="none" cap="none" strike="noStrike">
                <a:solidFill>
                  <a:srgbClr val="5C5C5C"/>
                </a:solidFill>
                <a:latin typeface="Arial"/>
                <a:ea typeface="Arial"/>
                <a:cs typeface="Arial"/>
                <a:sym typeface="Arial"/>
              </a:rPr>
              <a:t>Route new solutions through proper management, not as side projects.</a:t>
            </a:r>
            <a:endParaRPr b="0" i="0" sz="1100" u="none" cap="none" strike="noStrike">
              <a:solidFill>
                <a:schemeClr val="dk1"/>
              </a:solidFill>
              <a:latin typeface="Calibri"/>
              <a:ea typeface="Calibri"/>
              <a:cs typeface="Calibri"/>
              <a:sym typeface="Calibri"/>
            </a:endParaRPr>
          </a:p>
        </p:txBody>
      </p:sp>
      <p:pic>
        <p:nvPicPr>
          <p:cNvPr descr="preencoded.png" id="411" name="Google Shape;411;g3e291eb4d72_8_43"/>
          <p:cNvPicPr preferRelativeResize="0"/>
          <p:nvPr/>
        </p:nvPicPr>
        <p:blipFill rotWithShape="1">
          <a:blip r:embed="rId4">
            <a:alphaModFix/>
          </a:blip>
          <a:srcRect b="0" l="0" r="0" t="0"/>
          <a:stretch/>
        </p:blipFill>
        <p:spPr>
          <a:xfrm>
            <a:off x="9107424" y="3159252"/>
            <a:ext cx="201168" cy="201168"/>
          </a:xfrm>
          <a:prstGeom prst="rect">
            <a:avLst/>
          </a:prstGeom>
          <a:noFill/>
          <a:ln>
            <a:noFill/>
          </a:ln>
        </p:spPr>
      </p:pic>
      <p:sp>
        <p:nvSpPr>
          <p:cNvPr id="412" name="Google Shape;412;g3e291eb4d72_8_43"/>
          <p:cNvSpPr/>
          <p:nvPr/>
        </p:nvSpPr>
        <p:spPr>
          <a:xfrm>
            <a:off x="9326880" y="1874520"/>
            <a:ext cx="2688300" cy="27888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g3e291eb4d72_8_43"/>
          <p:cNvSpPr/>
          <p:nvPr/>
        </p:nvSpPr>
        <p:spPr>
          <a:xfrm>
            <a:off x="9326880" y="1874520"/>
            <a:ext cx="2688300" cy="63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g3e291eb4d72_8_43"/>
          <p:cNvSpPr/>
          <p:nvPr/>
        </p:nvSpPr>
        <p:spPr>
          <a:xfrm>
            <a:off x="9619488" y="2167128"/>
            <a:ext cx="493800" cy="4938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g3e291eb4d72_8_43"/>
          <p:cNvSpPr/>
          <p:nvPr/>
        </p:nvSpPr>
        <p:spPr>
          <a:xfrm>
            <a:off x="9619488" y="2167128"/>
            <a:ext cx="493800" cy="493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1D27"/>
              </a:buClr>
              <a:buSzPts val="1800"/>
              <a:buFont typeface="Arial"/>
              <a:buNone/>
            </a:pPr>
            <a:r>
              <a:rPr b="1" i="0" lang="en-US" sz="1800" u="none" cap="none" strike="noStrike">
                <a:solidFill>
                  <a:srgbClr val="8F1D27"/>
                </a:solidFill>
                <a:latin typeface="Arial"/>
                <a:ea typeface="Arial"/>
                <a:cs typeface="Arial"/>
                <a:sym typeface="Arial"/>
              </a:rPr>
              <a:t>4</a:t>
            </a:r>
            <a:endParaRPr b="0" i="0" sz="1800" u="none" cap="none" strike="noStrike">
              <a:solidFill>
                <a:schemeClr val="dk1"/>
              </a:solidFill>
              <a:latin typeface="Calibri"/>
              <a:ea typeface="Calibri"/>
              <a:cs typeface="Calibri"/>
              <a:sym typeface="Calibri"/>
            </a:endParaRPr>
          </a:p>
        </p:txBody>
      </p:sp>
      <p:pic>
        <p:nvPicPr>
          <p:cNvPr descr="preencoded.png" id="416" name="Google Shape;416;g3e291eb4d72_8_43"/>
          <p:cNvPicPr preferRelativeResize="0"/>
          <p:nvPr/>
        </p:nvPicPr>
        <p:blipFill rotWithShape="1">
          <a:blip r:embed="rId7">
            <a:alphaModFix/>
          </a:blip>
          <a:srcRect b="0" l="0" r="0" t="0"/>
          <a:stretch/>
        </p:blipFill>
        <p:spPr>
          <a:xfrm>
            <a:off x="10277856" y="2231136"/>
            <a:ext cx="347472" cy="347472"/>
          </a:xfrm>
          <a:prstGeom prst="rect">
            <a:avLst/>
          </a:prstGeom>
          <a:noFill/>
          <a:ln>
            <a:noFill/>
          </a:ln>
        </p:spPr>
      </p:pic>
      <p:sp>
        <p:nvSpPr>
          <p:cNvPr id="417" name="Google Shape;417;g3e291eb4d72_8_43"/>
          <p:cNvSpPr/>
          <p:nvPr/>
        </p:nvSpPr>
        <p:spPr>
          <a:xfrm>
            <a:off x="9619488" y="2807208"/>
            <a:ext cx="21762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Escalate to ISDCI</a:t>
            </a:r>
            <a:endParaRPr b="0" i="0" sz="1400" u="none" cap="none" strike="noStrike">
              <a:solidFill>
                <a:schemeClr val="dk1"/>
              </a:solidFill>
              <a:latin typeface="Calibri"/>
              <a:ea typeface="Calibri"/>
              <a:cs typeface="Calibri"/>
              <a:sym typeface="Calibri"/>
            </a:endParaRPr>
          </a:p>
        </p:txBody>
      </p:sp>
      <p:sp>
        <p:nvSpPr>
          <p:cNvPr id="418" name="Google Shape;418;g3e291eb4d72_8_43"/>
          <p:cNvSpPr/>
          <p:nvPr/>
        </p:nvSpPr>
        <p:spPr>
          <a:xfrm>
            <a:off x="9619488" y="3410712"/>
            <a:ext cx="2176200" cy="118860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5C5C5C"/>
              </a:buClr>
              <a:buSzPts val="1100"/>
              <a:buFont typeface="Arial"/>
              <a:buNone/>
            </a:pPr>
            <a:r>
              <a:rPr lang="en-US" sz="1100">
                <a:solidFill>
                  <a:srgbClr val="5C5C5C"/>
                </a:solidFill>
              </a:rPr>
              <a:t>The Integrated Scientific and Data-Intensive Computing Initiative (ISDCI) develops the strategies and priorities for computing and AI related research at SLAC.</a:t>
            </a:r>
            <a:endParaRPr b="0" i="0" sz="1100" u="none" cap="none" strike="noStrike">
              <a:solidFill>
                <a:schemeClr val="dk1"/>
              </a:solidFill>
              <a:latin typeface="Calibri"/>
              <a:ea typeface="Calibri"/>
              <a:cs typeface="Calibri"/>
              <a:sym typeface="Calibri"/>
            </a:endParaRPr>
          </a:p>
        </p:txBody>
      </p:sp>
      <p:sp>
        <p:nvSpPr>
          <p:cNvPr id="419" name="Google Shape;419;g3e291eb4d72_8_43"/>
          <p:cNvSpPr/>
          <p:nvPr/>
        </p:nvSpPr>
        <p:spPr>
          <a:xfrm>
            <a:off x="548640" y="4864608"/>
            <a:ext cx="11091600" cy="1206900"/>
          </a:xfrm>
          <a:prstGeom prst="rect">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g3e291eb4d72_8_43"/>
          <p:cNvSpPr/>
          <p:nvPr/>
        </p:nvSpPr>
        <p:spPr>
          <a:xfrm>
            <a:off x="548640" y="4864608"/>
            <a:ext cx="73200" cy="1206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g3e291eb4d72_8_43"/>
          <p:cNvSpPr/>
          <p:nvPr/>
        </p:nvSpPr>
        <p:spPr>
          <a:xfrm>
            <a:off x="777240" y="4983480"/>
            <a:ext cx="10698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1D27"/>
              </a:buClr>
              <a:buSzPts val="1300"/>
              <a:buFont typeface="Arial"/>
              <a:buNone/>
            </a:pPr>
            <a:r>
              <a:rPr b="1" lang="en-US" sz="1300">
                <a:solidFill>
                  <a:srgbClr val="8F1D27"/>
                </a:solidFill>
              </a:rPr>
              <a:t>What Is ISDCI?</a:t>
            </a:r>
            <a:endParaRPr b="0" i="0" sz="1300" u="none" cap="none" strike="noStrike">
              <a:solidFill>
                <a:schemeClr val="dk1"/>
              </a:solidFill>
              <a:latin typeface="Calibri"/>
              <a:ea typeface="Calibri"/>
              <a:cs typeface="Calibri"/>
              <a:sym typeface="Calibri"/>
            </a:endParaRPr>
          </a:p>
        </p:txBody>
      </p:sp>
      <p:sp>
        <p:nvSpPr>
          <p:cNvPr id="422" name="Google Shape;422;g3e291eb4d72_8_43"/>
          <p:cNvSpPr/>
          <p:nvPr/>
        </p:nvSpPr>
        <p:spPr>
          <a:xfrm>
            <a:off x="777240" y="5248656"/>
            <a:ext cx="10607100" cy="749700"/>
          </a:xfrm>
          <a:prstGeom prst="rect">
            <a:avLst/>
          </a:prstGeom>
          <a:noFill/>
          <a:ln>
            <a:noFill/>
          </a:ln>
        </p:spPr>
        <p:txBody>
          <a:bodyPr anchorCtr="0" anchor="t" bIns="0" lIns="0" spcFirstLastPara="1" rIns="0" wrap="square" tIns="0">
            <a:noAutofit/>
          </a:bodyPr>
          <a:lstStyle/>
          <a:p>
            <a:pPr indent="0" lvl="0" marL="0" marR="0" rtl="0" algn="l">
              <a:lnSpc>
                <a:spcPct val="139130"/>
              </a:lnSpc>
              <a:spcBef>
                <a:spcPts val="0"/>
              </a:spcBef>
              <a:spcAft>
                <a:spcPts val="0"/>
              </a:spcAft>
              <a:buClr>
                <a:srgbClr val="2B2B2B"/>
              </a:buClr>
              <a:buSzPts val="1150"/>
              <a:buFont typeface="Arial"/>
              <a:buNone/>
            </a:pPr>
            <a:r>
              <a:rPr lang="en-US" sz="1150">
                <a:solidFill>
                  <a:schemeClr val="dk1"/>
                </a:solidFill>
                <a:latin typeface="Calibri"/>
                <a:ea typeface="Calibri"/>
                <a:cs typeface="Calibri"/>
                <a:sym typeface="Calibri"/>
              </a:rPr>
              <a:t>The Integrated Scientific and Data-Intensive Computing Initiative (ISDCI) coordinates computing and AI related research at SLAC. It is comprised of three pillars: </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2B2B2B"/>
              </a:buClr>
              <a:buSzPts val="1150"/>
              <a:buFont typeface="Arial"/>
              <a:buNone/>
            </a:pPr>
            <a:r>
              <a:rPr lang="en-US" sz="1150">
                <a:solidFill>
                  <a:schemeClr val="dk1"/>
                </a:solidFill>
                <a:latin typeface="Calibri"/>
                <a:ea typeface="Calibri"/>
                <a:cs typeface="Calibri"/>
                <a:sym typeface="Calibri"/>
              </a:rPr>
              <a:t>          AI Workflows led by Auralee Edelyn, S3DF to IRI integration led by Jay Shrinivasan, and Edge to Exascale led by Ryan Herbst. </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2B2B2B"/>
              </a:buClr>
              <a:buSzPts val="1150"/>
              <a:buFont typeface="Arial"/>
              <a:buNone/>
            </a:pPr>
            <a:r>
              <a:rPr lang="en-US" sz="1150">
                <a:solidFill>
                  <a:schemeClr val="dk1"/>
                </a:solidFill>
                <a:latin typeface="Calibri"/>
                <a:ea typeface="Calibri"/>
                <a:cs typeface="Calibri"/>
                <a:sym typeface="Calibri"/>
              </a:rPr>
              <a:t>See </a:t>
            </a:r>
            <a:r>
              <a:rPr lang="en-US" sz="1150" u="sng">
                <a:solidFill>
                  <a:schemeClr val="hlink"/>
                </a:solidFill>
                <a:latin typeface="Calibri"/>
                <a:ea typeface="Calibri"/>
                <a:cs typeface="Calibri"/>
                <a:sym typeface="Calibri"/>
                <a:hlinkClick r:id="rId8"/>
              </a:rPr>
              <a:t>isdci.slac.stanford.edu</a:t>
            </a:r>
            <a:r>
              <a:rPr lang="en-US" sz="1150">
                <a:solidFill>
                  <a:schemeClr val="dk1"/>
                </a:solidFill>
                <a:latin typeface="Calibri"/>
                <a:ea typeface="Calibri"/>
                <a:cs typeface="Calibri"/>
                <a:sym typeface="Calibri"/>
              </a:rPr>
              <a:t> or the #isdci SLACK channel for more information.</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2B2B2B"/>
              </a:buClr>
              <a:buSzPts val="1150"/>
              <a:buFont typeface="Arial"/>
              <a:buNone/>
            </a:pPr>
            <a:r>
              <a:t/>
            </a:r>
            <a:endParaRPr sz="1150">
              <a:solidFill>
                <a:schemeClr val="dk1"/>
              </a:solidFill>
              <a:latin typeface="Calibri"/>
              <a:ea typeface="Calibri"/>
              <a:cs typeface="Calibri"/>
              <a:sym typeface="Calibri"/>
            </a:endParaRPr>
          </a:p>
        </p:txBody>
      </p:sp>
      <p:sp>
        <p:nvSpPr>
          <p:cNvPr id="423" name="Google Shape;423;g3e291eb4d72_8_43"/>
          <p:cNvSpPr/>
          <p:nvPr/>
        </p:nvSpPr>
        <p:spPr>
          <a:xfrm>
            <a:off x="11430000" y="6355080"/>
            <a:ext cx="457200" cy="310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5C5C"/>
              </a:buClr>
              <a:buSzPts val="1200"/>
              <a:buFont typeface="Arial"/>
              <a:buNone/>
            </a:pPr>
            <a:r>
              <a:rPr b="0" i="0" lang="en-US" sz="1200" u="none" cap="none" strike="noStrike">
                <a:solidFill>
                  <a:srgbClr val="5C5C5C"/>
                </a:solidFill>
                <a:latin typeface="Arial"/>
                <a:ea typeface="Arial"/>
                <a:cs typeface="Arial"/>
                <a:sym typeface="Arial"/>
              </a:rPr>
              <a:t>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8" name="Shape 428"/>
        <p:cNvGrpSpPr/>
        <p:nvPr/>
      </p:nvGrpSpPr>
      <p:grpSpPr>
        <a:xfrm>
          <a:off x="0" y="0"/>
          <a:ext cx="0" cy="0"/>
          <a:chOff x="0" y="0"/>
          <a:chExt cx="0" cy="0"/>
        </a:xfrm>
      </p:grpSpPr>
      <p:sp>
        <p:nvSpPr>
          <p:cNvPr id="429" name="Google Shape;429;g3e291eb4d72_8_90"/>
          <p:cNvSpPr/>
          <p:nvPr/>
        </p:nvSpPr>
        <p:spPr>
          <a:xfrm>
            <a:off x="548640" y="310896"/>
            <a:ext cx="110643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1D27"/>
              </a:buClr>
              <a:buSzPts val="3000"/>
              <a:buFont typeface="Arial"/>
              <a:buNone/>
            </a:pPr>
            <a:r>
              <a:rPr b="1" i="0" lang="en-US" sz="3000" u="none" cap="none" strike="noStrike">
                <a:solidFill>
                  <a:srgbClr val="8F1D27"/>
                </a:solidFill>
                <a:latin typeface="Arial"/>
                <a:ea typeface="Arial"/>
                <a:cs typeface="Arial"/>
                <a:sym typeface="Arial"/>
              </a:rPr>
              <a:t>Apply Systems Engineering Practices</a:t>
            </a:r>
            <a:endParaRPr b="0" i="0" sz="3000" u="none" cap="none" strike="noStrike">
              <a:solidFill>
                <a:schemeClr val="dk1"/>
              </a:solidFill>
              <a:latin typeface="Calibri"/>
              <a:ea typeface="Calibri"/>
              <a:cs typeface="Calibri"/>
              <a:sym typeface="Calibri"/>
            </a:endParaRPr>
          </a:p>
        </p:txBody>
      </p:sp>
      <p:sp>
        <p:nvSpPr>
          <p:cNvPr id="430" name="Google Shape;430;g3e291eb4d72_8_90"/>
          <p:cNvSpPr/>
          <p:nvPr/>
        </p:nvSpPr>
        <p:spPr>
          <a:xfrm>
            <a:off x="548640" y="1060704"/>
            <a:ext cx="11091600" cy="201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g3e291eb4d72_8_90"/>
          <p:cNvSpPr/>
          <p:nvPr/>
        </p:nvSpPr>
        <p:spPr>
          <a:xfrm>
            <a:off x="548640" y="1207008"/>
            <a:ext cx="1106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E54"/>
              </a:buClr>
              <a:buSzPts val="1800"/>
              <a:buFont typeface="Arial"/>
              <a:buNone/>
            </a:pPr>
            <a:r>
              <a:rPr b="0" i="0" lang="en-US" sz="1800" u="none" cap="none" strike="noStrike">
                <a:solidFill>
                  <a:srgbClr val="A83E54"/>
                </a:solidFill>
                <a:latin typeface="Arial"/>
                <a:ea typeface="Arial"/>
                <a:cs typeface="Arial"/>
                <a:sym typeface="Arial"/>
              </a:rPr>
              <a:t>AI speeds the code, not the judgment</a:t>
            </a:r>
            <a:endParaRPr b="0" i="0" sz="1800" u="none" cap="none" strike="noStrike">
              <a:solidFill>
                <a:schemeClr val="dk1"/>
              </a:solidFill>
              <a:latin typeface="Calibri"/>
              <a:ea typeface="Calibri"/>
              <a:cs typeface="Calibri"/>
              <a:sym typeface="Calibri"/>
            </a:endParaRPr>
          </a:p>
        </p:txBody>
      </p:sp>
      <p:sp>
        <p:nvSpPr>
          <p:cNvPr id="432" name="Google Shape;432;g3e291eb4d72_8_90"/>
          <p:cNvSpPr/>
          <p:nvPr/>
        </p:nvSpPr>
        <p:spPr>
          <a:xfrm>
            <a:off x="548640" y="1755648"/>
            <a:ext cx="11091600" cy="6768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g3e291eb4d72_8_90"/>
          <p:cNvSpPr/>
          <p:nvPr/>
        </p:nvSpPr>
        <p:spPr>
          <a:xfrm>
            <a:off x="548640" y="1755648"/>
            <a:ext cx="73200" cy="6768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g3e291eb4d72_8_90"/>
          <p:cNvSpPr/>
          <p:nvPr/>
        </p:nvSpPr>
        <p:spPr>
          <a:xfrm>
            <a:off x="841248" y="1874520"/>
            <a:ext cx="420600" cy="4206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g3e291eb4d72_8_90"/>
          <p:cNvSpPr/>
          <p:nvPr/>
        </p:nvSpPr>
        <p:spPr>
          <a:xfrm>
            <a:off x="841248" y="1874520"/>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1D27"/>
              </a:buClr>
              <a:buSzPts val="1500"/>
              <a:buFont typeface="Arial"/>
              <a:buNone/>
            </a:pPr>
            <a:r>
              <a:rPr b="1" i="0" lang="en-US" sz="1500" u="none" cap="none" strike="noStrike">
                <a:solidFill>
                  <a:srgbClr val="8F1D27"/>
                </a:solidFill>
                <a:latin typeface="Arial"/>
                <a:ea typeface="Arial"/>
                <a:cs typeface="Arial"/>
                <a:sym typeface="Arial"/>
              </a:rPr>
              <a:t>1</a:t>
            </a:r>
            <a:endParaRPr b="0" i="0" sz="1500" u="none" cap="none" strike="noStrike">
              <a:solidFill>
                <a:schemeClr val="dk1"/>
              </a:solidFill>
              <a:latin typeface="Calibri"/>
              <a:ea typeface="Calibri"/>
              <a:cs typeface="Calibri"/>
              <a:sym typeface="Calibri"/>
            </a:endParaRPr>
          </a:p>
        </p:txBody>
      </p:sp>
      <p:pic>
        <p:nvPicPr>
          <p:cNvPr descr="preencoded.png" id="436" name="Google Shape;436;g3e291eb4d72_8_90"/>
          <p:cNvPicPr preferRelativeResize="0"/>
          <p:nvPr/>
        </p:nvPicPr>
        <p:blipFill rotWithShape="1">
          <a:blip r:embed="rId3">
            <a:alphaModFix/>
          </a:blip>
          <a:srcRect b="0" l="0" r="0" t="0"/>
          <a:stretch/>
        </p:blipFill>
        <p:spPr>
          <a:xfrm>
            <a:off x="1481328" y="1947672"/>
            <a:ext cx="292608" cy="292608"/>
          </a:xfrm>
          <a:prstGeom prst="rect">
            <a:avLst/>
          </a:prstGeom>
          <a:noFill/>
          <a:ln>
            <a:noFill/>
          </a:ln>
        </p:spPr>
      </p:pic>
      <p:sp>
        <p:nvSpPr>
          <p:cNvPr id="437" name="Google Shape;437;g3e291eb4d72_8_90"/>
          <p:cNvSpPr/>
          <p:nvPr/>
        </p:nvSpPr>
        <p:spPr>
          <a:xfrm>
            <a:off x="2029968" y="1755648"/>
            <a:ext cx="3794700" cy="67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Generate &amp; review requirements</a:t>
            </a:r>
            <a:endParaRPr b="0" i="0" sz="1400" u="none" cap="none" strike="noStrike">
              <a:solidFill>
                <a:schemeClr val="dk1"/>
              </a:solidFill>
              <a:latin typeface="Calibri"/>
              <a:ea typeface="Calibri"/>
              <a:cs typeface="Calibri"/>
              <a:sym typeface="Calibri"/>
            </a:endParaRPr>
          </a:p>
        </p:txBody>
      </p:sp>
      <p:sp>
        <p:nvSpPr>
          <p:cNvPr id="438" name="Google Shape;438;g3e291eb4d72_8_90"/>
          <p:cNvSpPr/>
          <p:nvPr/>
        </p:nvSpPr>
        <p:spPr>
          <a:xfrm>
            <a:off x="5961888" y="1755648"/>
            <a:ext cx="5468100" cy="6768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C5C5C"/>
              </a:buClr>
              <a:buSzPts val="1100"/>
              <a:buFont typeface="Arial"/>
              <a:buNone/>
            </a:pPr>
            <a:r>
              <a:rPr b="0" i="0" lang="en-US" sz="1100" u="none" cap="none" strike="noStrike">
                <a:solidFill>
                  <a:srgbClr val="5C5C5C"/>
                </a:solidFill>
                <a:latin typeface="Arial"/>
                <a:ea typeface="Arial"/>
                <a:cs typeface="Arial"/>
                <a:sym typeface="Arial"/>
              </a:rPr>
              <a:t>Capture what the system must do and have it reviewed before any code is written.</a:t>
            </a:r>
            <a:endParaRPr b="0" i="0" sz="1100" u="none" cap="none" strike="noStrike">
              <a:solidFill>
                <a:schemeClr val="dk1"/>
              </a:solidFill>
              <a:latin typeface="Calibri"/>
              <a:ea typeface="Calibri"/>
              <a:cs typeface="Calibri"/>
              <a:sym typeface="Calibri"/>
            </a:endParaRPr>
          </a:p>
        </p:txBody>
      </p:sp>
      <p:sp>
        <p:nvSpPr>
          <p:cNvPr id="439" name="Google Shape;439;g3e291eb4d72_8_90"/>
          <p:cNvSpPr/>
          <p:nvPr/>
        </p:nvSpPr>
        <p:spPr>
          <a:xfrm>
            <a:off x="548640" y="2491740"/>
            <a:ext cx="11091600" cy="6768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g3e291eb4d72_8_90"/>
          <p:cNvSpPr/>
          <p:nvPr/>
        </p:nvSpPr>
        <p:spPr>
          <a:xfrm>
            <a:off x="548640" y="2491740"/>
            <a:ext cx="73200" cy="6768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g3e291eb4d72_8_90"/>
          <p:cNvSpPr/>
          <p:nvPr/>
        </p:nvSpPr>
        <p:spPr>
          <a:xfrm>
            <a:off x="841248" y="2610612"/>
            <a:ext cx="420600" cy="4206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g3e291eb4d72_8_90"/>
          <p:cNvSpPr/>
          <p:nvPr/>
        </p:nvSpPr>
        <p:spPr>
          <a:xfrm>
            <a:off x="841248" y="2610612"/>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1D27"/>
              </a:buClr>
              <a:buSzPts val="1500"/>
              <a:buFont typeface="Arial"/>
              <a:buNone/>
            </a:pPr>
            <a:r>
              <a:rPr b="1" i="0" lang="en-US" sz="1500" u="none" cap="none" strike="noStrike">
                <a:solidFill>
                  <a:srgbClr val="8F1D27"/>
                </a:solidFill>
                <a:latin typeface="Arial"/>
                <a:ea typeface="Arial"/>
                <a:cs typeface="Arial"/>
                <a:sym typeface="Arial"/>
              </a:rPr>
              <a:t>2</a:t>
            </a:r>
            <a:endParaRPr b="0" i="0" sz="1500" u="none" cap="none" strike="noStrike">
              <a:solidFill>
                <a:schemeClr val="dk1"/>
              </a:solidFill>
              <a:latin typeface="Calibri"/>
              <a:ea typeface="Calibri"/>
              <a:cs typeface="Calibri"/>
              <a:sym typeface="Calibri"/>
            </a:endParaRPr>
          </a:p>
        </p:txBody>
      </p:sp>
      <p:pic>
        <p:nvPicPr>
          <p:cNvPr descr="preencoded.png" id="443" name="Google Shape;443;g3e291eb4d72_8_90"/>
          <p:cNvPicPr preferRelativeResize="0"/>
          <p:nvPr/>
        </p:nvPicPr>
        <p:blipFill rotWithShape="1">
          <a:blip r:embed="rId4">
            <a:alphaModFix/>
          </a:blip>
          <a:srcRect b="0" l="0" r="0" t="0"/>
          <a:stretch/>
        </p:blipFill>
        <p:spPr>
          <a:xfrm>
            <a:off x="1481328" y="2683764"/>
            <a:ext cx="292608" cy="292608"/>
          </a:xfrm>
          <a:prstGeom prst="rect">
            <a:avLst/>
          </a:prstGeom>
          <a:noFill/>
          <a:ln>
            <a:noFill/>
          </a:ln>
        </p:spPr>
      </p:pic>
      <p:sp>
        <p:nvSpPr>
          <p:cNvPr id="444" name="Google Shape;444;g3e291eb4d72_8_90"/>
          <p:cNvSpPr/>
          <p:nvPr/>
        </p:nvSpPr>
        <p:spPr>
          <a:xfrm>
            <a:off x="2029968" y="2491740"/>
            <a:ext cx="3794700" cy="67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Trade off the approaches</a:t>
            </a:r>
            <a:endParaRPr b="0" i="0" sz="1400" u="none" cap="none" strike="noStrike">
              <a:solidFill>
                <a:schemeClr val="dk1"/>
              </a:solidFill>
              <a:latin typeface="Calibri"/>
              <a:ea typeface="Calibri"/>
              <a:cs typeface="Calibri"/>
              <a:sym typeface="Calibri"/>
            </a:endParaRPr>
          </a:p>
        </p:txBody>
      </p:sp>
      <p:sp>
        <p:nvSpPr>
          <p:cNvPr id="445" name="Google Shape;445;g3e291eb4d72_8_90"/>
          <p:cNvSpPr/>
          <p:nvPr/>
        </p:nvSpPr>
        <p:spPr>
          <a:xfrm>
            <a:off x="5961888" y="2491740"/>
            <a:ext cx="5468100" cy="6768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C5C5C"/>
              </a:buClr>
              <a:buSzPts val="1100"/>
              <a:buFont typeface="Arial"/>
              <a:buNone/>
            </a:pPr>
            <a:r>
              <a:rPr b="0" i="0" lang="en-US" sz="1100" u="none" cap="none" strike="noStrike">
                <a:solidFill>
                  <a:srgbClr val="5C5C5C"/>
                </a:solidFill>
                <a:latin typeface="Arial"/>
                <a:ea typeface="Arial"/>
                <a:cs typeface="Arial"/>
                <a:sym typeface="Arial"/>
              </a:rPr>
              <a:t>Analyze candidate solutions and their trade-offs rather than accepting the first AI answer.</a:t>
            </a:r>
            <a:endParaRPr b="0" i="0" sz="1100" u="none" cap="none" strike="noStrike">
              <a:solidFill>
                <a:schemeClr val="dk1"/>
              </a:solidFill>
              <a:latin typeface="Calibri"/>
              <a:ea typeface="Calibri"/>
              <a:cs typeface="Calibri"/>
              <a:sym typeface="Calibri"/>
            </a:endParaRPr>
          </a:p>
        </p:txBody>
      </p:sp>
      <p:sp>
        <p:nvSpPr>
          <p:cNvPr id="446" name="Google Shape;446;g3e291eb4d72_8_90"/>
          <p:cNvSpPr/>
          <p:nvPr/>
        </p:nvSpPr>
        <p:spPr>
          <a:xfrm>
            <a:off x="548640" y="3227832"/>
            <a:ext cx="11091600" cy="6768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g3e291eb4d72_8_90"/>
          <p:cNvSpPr/>
          <p:nvPr/>
        </p:nvSpPr>
        <p:spPr>
          <a:xfrm>
            <a:off x="548640" y="3227832"/>
            <a:ext cx="73200" cy="6768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g3e291eb4d72_8_90"/>
          <p:cNvSpPr/>
          <p:nvPr/>
        </p:nvSpPr>
        <p:spPr>
          <a:xfrm>
            <a:off x="841248" y="3346704"/>
            <a:ext cx="420600" cy="4206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g3e291eb4d72_8_90"/>
          <p:cNvSpPr/>
          <p:nvPr/>
        </p:nvSpPr>
        <p:spPr>
          <a:xfrm>
            <a:off x="841248" y="3346704"/>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1D27"/>
              </a:buClr>
              <a:buSzPts val="1500"/>
              <a:buFont typeface="Arial"/>
              <a:buNone/>
            </a:pPr>
            <a:r>
              <a:rPr b="1" i="0" lang="en-US" sz="1500" u="none" cap="none" strike="noStrike">
                <a:solidFill>
                  <a:srgbClr val="8F1D27"/>
                </a:solidFill>
                <a:latin typeface="Arial"/>
                <a:ea typeface="Arial"/>
                <a:cs typeface="Arial"/>
                <a:sym typeface="Arial"/>
              </a:rPr>
              <a:t>3</a:t>
            </a:r>
            <a:endParaRPr b="0" i="0" sz="1500" u="none" cap="none" strike="noStrike">
              <a:solidFill>
                <a:schemeClr val="dk1"/>
              </a:solidFill>
              <a:latin typeface="Calibri"/>
              <a:ea typeface="Calibri"/>
              <a:cs typeface="Calibri"/>
              <a:sym typeface="Calibri"/>
            </a:endParaRPr>
          </a:p>
        </p:txBody>
      </p:sp>
      <p:pic>
        <p:nvPicPr>
          <p:cNvPr descr="preencoded.png" id="450" name="Google Shape;450;g3e291eb4d72_8_90"/>
          <p:cNvPicPr preferRelativeResize="0"/>
          <p:nvPr/>
        </p:nvPicPr>
        <p:blipFill rotWithShape="1">
          <a:blip r:embed="rId5">
            <a:alphaModFix/>
          </a:blip>
          <a:srcRect b="0" l="0" r="0" t="0"/>
          <a:stretch/>
        </p:blipFill>
        <p:spPr>
          <a:xfrm>
            <a:off x="1481328" y="3419856"/>
            <a:ext cx="292608" cy="292608"/>
          </a:xfrm>
          <a:prstGeom prst="rect">
            <a:avLst/>
          </a:prstGeom>
          <a:noFill/>
          <a:ln>
            <a:noFill/>
          </a:ln>
        </p:spPr>
      </p:pic>
      <p:sp>
        <p:nvSpPr>
          <p:cNvPr id="451" name="Google Shape;451;g3e291eb4d72_8_90"/>
          <p:cNvSpPr/>
          <p:nvPr/>
        </p:nvSpPr>
        <p:spPr>
          <a:xfrm>
            <a:off x="2029968" y="3227832"/>
            <a:ext cx="3794700" cy="67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Architect the solution</a:t>
            </a:r>
            <a:endParaRPr b="0" i="0" sz="1400" u="none" cap="none" strike="noStrike">
              <a:solidFill>
                <a:schemeClr val="dk1"/>
              </a:solidFill>
              <a:latin typeface="Calibri"/>
              <a:ea typeface="Calibri"/>
              <a:cs typeface="Calibri"/>
              <a:sym typeface="Calibri"/>
            </a:endParaRPr>
          </a:p>
        </p:txBody>
      </p:sp>
      <p:sp>
        <p:nvSpPr>
          <p:cNvPr id="452" name="Google Shape;452;g3e291eb4d72_8_90"/>
          <p:cNvSpPr/>
          <p:nvPr/>
        </p:nvSpPr>
        <p:spPr>
          <a:xfrm>
            <a:off x="5961888" y="3227832"/>
            <a:ext cx="5468100" cy="6768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C5C5C"/>
              </a:buClr>
              <a:buSzPts val="1100"/>
              <a:buFont typeface="Arial"/>
              <a:buNone/>
            </a:pPr>
            <a:r>
              <a:rPr b="0" i="0" lang="en-US" sz="1100" u="none" cap="none" strike="noStrike">
                <a:solidFill>
                  <a:srgbClr val="5C5C5C"/>
                </a:solidFill>
                <a:latin typeface="Arial"/>
                <a:ea typeface="Arial"/>
                <a:cs typeface="Arial"/>
                <a:sym typeface="Arial"/>
              </a:rPr>
              <a:t>Decide the structure deliberately so the design fits the broader system.</a:t>
            </a:r>
            <a:endParaRPr b="0" i="0" sz="1100" u="none" cap="none" strike="noStrike">
              <a:solidFill>
                <a:schemeClr val="dk1"/>
              </a:solidFill>
              <a:latin typeface="Calibri"/>
              <a:ea typeface="Calibri"/>
              <a:cs typeface="Calibri"/>
              <a:sym typeface="Calibri"/>
            </a:endParaRPr>
          </a:p>
        </p:txBody>
      </p:sp>
      <p:sp>
        <p:nvSpPr>
          <p:cNvPr id="453" name="Google Shape;453;g3e291eb4d72_8_90"/>
          <p:cNvSpPr/>
          <p:nvPr/>
        </p:nvSpPr>
        <p:spPr>
          <a:xfrm>
            <a:off x="548640" y="3963924"/>
            <a:ext cx="11091600" cy="6768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g3e291eb4d72_8_90"/>
          <p:cNvSpPr/>
          <p:nvPr/>
        </p:nvSpPr>
        <p:spPr>
          <a:xfrm>
            <a:off x="548640" y="3963924"/>
            <a:ext cx="73200" cy="6768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g3e291eb4d72_8_90"/>
          <p:cNvSpPr/>
          <p:nvPr/>
        </p:nvSpPr>
        <p:spPr>
          <a:xfrm>
            <a:off x="841248" y="4082796"/>
            <a:ext cx="420600" cy="4206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g3e291eb4d72_8_90"/>
          <p:cNvSpPr/>
          <p:nvPr/>
        </p:nvSpPr>
        <p:spPr>
          <a:xfrm>
            <a:off x="841248" y="4082796"/>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1D27"/>
              </a:buClr>
              <a:buSzPts val="1500"/>
              <a:buFont typeface="Arial"/>
              <a:buNone/>
            </a:pPr>
            <a:r>
              <a:rPr b="1" i="0" lang="en-US" sz="1500" u="none" cap="none" strike="noStrike">
                <a:solidFill>
                  <a:srgbClr val="8F1D27"/>
                </a:solidFill>
                <a:latin typeface="Arial"/>
                <a:ea typeface="Arial"/>
                <a:cs typeface="Arial"/>
                <a:sym typeface="Arial"/>
              </a:rPr>
              <a:t>4</a:t>
            </a:r>
            <a:endParaRPr b="0" i="0" sz="1500" u="none" cap="none" strike="noStrike">
              <a:solidFill>
                <a:schemeClr val="dk1"/>
              </a:solidFill>
              <a:latin typeface="Calibri"/>
              <a:ea typeface="Calibri"/>
              <a:cs typeface="Calibri"/>
              <a:sym typeface="Calibri"/>
            </a:endParaRPr>
          </a:p>
        </p:txBody>
      </p:sp>
      <p:pic>
        <p:nvPicPr>
          <p:cNvPr descr="preencoded.png" id="457" name="Google Shape;457;g3e291eb4d72_8_90"/>
          <p:cNvPicPr preferRelativeResize="0"/>
          <p:nvPr/>
        </p:nvPicPr>
        <p:blipFill rotWithShape="1">
          <a:blip r:embed="rId6">
            <a:alphaModFix/>
          </a:blip>
          <a:srcRect b="0" l="0" r="0" t="0"/>
          <a:stretch/>
        </p:blipFill>
        <p:spPr>
          <a:xfrm>
            <a:off x="1481328" y="4155948"/>
            <a:ext cx="292608" cy="292608"/>
          </a:xfrm>
          <a:prstGeom prst="rect">
            <a:avLst/>
          </a:prstGeom>
          <a:noFill/>
          <a:ln>
            <a:noFill/>
          </a:ln>
        </p:spPr>
      </p:pic>
      <p:sp>
        <p:nvSpPr>
          <p:cNvPr id="458" name="Google Shape;458;g3e291eb4d72_8_90"/>
          <p:cNvSpPr/>
          <p:nvPr/>
        </p:nvSpPr>
        <p:spPr>
          <a:xfrm>
            <a:off x="2029968" y="3963924"/>
            <a:ext cx="3794700" cy="67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Define &amp; review interfaces</a:t>
            </a:r>
            <a:endParaRPr b="0" i="0" sz="1400" u="none" cap="none" strike="noStrike">
              <a:solidFill>
                <a:schemeClr val="dk1"/>
              </a:solidFill>
              <a:latin typeface="Calibri"/>
              <a:ea typeface="Calibri"/>
              <a:cs typeface="Calibri"/>
              <a:sym typeface="Calibri"/>
            </a:endParaRPr>
          </a:p>
        </p:txBody>
      </p:sp>
      <p:sp>
        <p:nvSpPr>
          <p:cNvPr id="459" name="Google Shape;459;g3e291eb4d72_8_90"/>
          <p:cNvSpPr/>
          <p:nvPr/>
        </p:nvSpPr>
        <p:spPr>
          <a:xfrm>
            <a:off x="5961888" y="3963924"/>
            <a:ext cx="5468100" cy="6768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C5C5C"/>
              </a:buClr>
              <a:buSzPts val="1100"/>
              <a:buFont typeface="Arial"/>
              <a:buNone/>
            </a:pPr>
            <a:r>
              <a:rPr b="0" i="0" lang="en-US" sz="1100" u="none" cap="none" strike="noStrike">
                <a:solidFill>
                  <a:srgbClr val="5C5C5C"/>
                </a:solidFill>
                <a:latin typeface="Arial"/>
                <a:ea typeface="Arial"/>
                <a:cs typeface="Arial"/>
                <a:sym typeface="Arial"/>
              </a:rPr>
              <a:t>Specify and review interfaces so components and teams integrate cleanly.</a:t>
            </a:r>
            <a:endParaRPr b="0" i="0" sz="1100" u="none" cap="none" strike="noStrike">
              <a:solidFill>
                <a:schemeClr val="dk1"/>
              </a:solidFill>
              <a:latin typeface="Calibri"/>
              <a:ea typeface="Calibri"/>
              <a:cs typeface="Calibri"/>
              <a:sym typeface="Calibri"/>
            </a:endParaRPr>
          </a:p>
        </p:txBody>
      </p:sp>
      <p:sp>
        <p:nvSpPr>
          <p:cNvPr id="460" name="Google Shape;460;g3e291eb4d72_8_90"/>
          <p:cNvSpPr/>
          <p:nvPr/>
        </p:nvSpPr>
        <p:spPr>
          <a:xfrm>
            <a:off x="548640" y="4700016"/>
            <a:ext cx="11091600" cy="6768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g3e291eb4d72_8_90"/>
          <p:cNvSpPr/>
          <p:nvPr/>
        </p:nvSpPr>
        <p:spPr>
          <a:xfrm>
            <a:off x="548640" y="4700016"/>
            <a:ext cx="73200" cy="6768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g3e291eb4d72_8_90"/>
          <p:cNvSpPr/>
          <p:nvPr/>
        </p:nvSpPr>
        <p:spPr>
          <a:xfrm>
            <a:off x="841248" y="4818888"/>
            <a:ext cx="420600" cy="4206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g3e291eb4d72_8_90"/>
          <p:cNvSpPr/>
          <p:nvPr/>
        </p:nvSpPr>
        <p:spPr>
          <a:xfrm>
            <a:off x="841248" y="4818888"/>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1D27"/>
              </a:buClr>
              <a:buSzPts val="1500"/>
              <a:buFont typeface="Arial"/>
              <a:buNone/>
            </a:pPr>
            <a:r>
              <a:rPr b="1" i="0" lang="en-US" sz="1500" u="none" cap="none" strike="noStrike">
                <a:solidFill>
                  <a:srgbClr val="8F1D27"/>
                </a:solidFill>
                <a:latin typeface="Arial"/>
                <a:ea typeface="Arial"/>
                <a:cs typeface="Arial"/>
                <a:sym typeface="Arial"/>
              </a:rPr>
              <a:t>5</a:t>
            </a:r>
            <a:endParaRPr b="0" i="0" sz="1500" u="none" cap="none" strike="noStrike">
              <a:solidFill>
                <a:schemeClr val="dk1"/>
              </a:solidFill>
              <a:latin typeface="Calibri"/>
              <a:ea typeface="Calibri"/>
              <a:cs typeface="Calibri"/>
              <a:sym typeface="Calibri"/>
            </a:endParaRPr>
          </a:p>
        </p:txBody>
      </p:sp>
      <p:pic>
        <p:nvPicPr>
          <p:cNvPr descr="preencoded.png" id="464" name="Google Shape;464;g3e291eb4d72_8_90"/>
          <p:cNvPicPr preferRelativeResize="0"/>
          <p:nvPr/>
        </p:nvPicPr>
        <p:blipFill rotWithShape="1">
          <a:blip r:embed="rId7">
            <a:alphaModFix/>
          </a:blip>
          <a:srcRect b="0" l="0" r="0" t="0"/>
          <a:stretch/>
        </p:blipFill>
        <p:spPr>
          <a:xfrm>
            <a:off x="1481328" y="4892040"/>
            <a:ext cx="292608" cy="292608"/>
          </a:xfrm>
          <a:prstGeom prst="rect">
            <a:avLst/>
          </a:prstGeom>
          <a:noFill/>
          <a:ln>
            <a:noFill/>
          </a:ln>
        </p:spPr>
      </p:pic>
      <p:sp>
        <p:nvSpPr>
          <p:cNvPr id="465" name="Google Shape;465;g3e291eb4d72_8_90"/>
          <p:cNvSpPr/>
          <p:nvPr/>
        </p:nvSpPr>
        <p:spPr>
          <a:xfrm>
            <a:off x="2029968" y="4700016"/>
            <a:ext cx="3794700" cy="67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PoC ≠ product</a:t>
            </a:r>
            <a:endParaRPr b="0" i="0" sz="1400" u="none" cap="none" strike="noStrike">
              <a:solidFill>
                <a:schemeClr val="dk1"/>
              </a:solidFill>
              <a:latin typeface="Calibri"/>
              <a:ea typeface="Calibri"/>
              <a:cs typeface="Calibri"/>
              <a:sym typeface="Calibri"/>
            </a:endParaRPr>
          </a:p>
        </p:txBody>
      </p:sp>
      <p:sp>
        <p:nvSpPr>
          <p:cNvPr id="466" name="Google Shape;466;g3e291eb4d72_8_90"/>
          <p:cNvSpPr/>
          <p:nvPr/>
        </p:nvSpPr>
        <p:spPr>
          <a:xfrm>
            <a:off x="5961888" y="4700016"/>
            <a:ext cx="5468100" cy="6768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C5C5C"/>
              </a:buClr>
              <a:buSzPts val="1100"/>
              <a:buFont typeface="Arial"/>
              <a:buNone/>
            </a:pPr>
            <a:r>
              <a:rPr b="0" i="0" lang="en-US" sz="1100" u="none" cap="none" strike="noStrike">
                <a:solidFill>
                  <a:srgbClr val="5C5C5C"/>
                </a:solidFill>
                <a:latin typeface="Arial"/>
                <a:ea typeface="Arial"/>
                <a:cs typeface="Arial"/>
                <a:sym typeface="Arial"/>
              </a:rPr>
              <a:t>AI is great for proof of </a:t>
            </a:r>
            <a:r>
              <a:rPr lang="en-US" sz="1100">
                <a:solidFill>
                  <a:srgbClr val="5C5C5C"/>
                </a:solidFill>
              </a:rPr>
              <a:t>concept—but</a:t>
            </a:r>
            <a:r>
              <a:rPr b="0" i="0" lang="en-US" sz="1100" u="none" cap="none" strike="noStrike">
                <a:solidFill>
                  <a:srgbClr val="5C5C5C"/>
                </a:solidFill>
                <a:latin typeface="Arial"/>
                <a:ea typeface="Arial"/>
                <a:cs typeface="Arial"/>
                <a:sym typeface="Arial"/>
              </a:rPr>
              <a:t> once viability is proven, start fresh with a deliberate design plan.</a:t>
            </a:r>
            <a:endParaRPr b="0" i="0" sz="1100" u="none" cap="none" strike="noStrike">
              <a:solidFill>
                <a:schemeClr val="dk1"/>
              </a:solidFill>
              <a:latin typeface="Calibri"/>
              <a:ea typeface="Calibri"/>
              <a:cs typeface="Calibri"/>
              <a:sym typeface="Calibri"/>
            </a:endParaRPr>
          </a:p>
        </p:txBody>
      </p:sp>
      <p:sp>
        <p:nvSpPr>
          <p:cNvPr id="467" name="Google Shape;467;g3e291eb4d72_8_90"/>
          <p:cNvSpPr/>
          <p:nvPr/>
        </p:nvSpPr>
        <p:spPr>
          <a:xfrm>
            <a:off x="548640" y="5436108"/>
            <a:ext cx="11091600" cy="6768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g3e291eb4d72_8_90"/>
          <p:cNvSpPr/>
          <p:nvPr/>
        </p:nvSpPr>
        <p:spPr>
          <a:xfrm>
            <a:off x="548640" y="5436108"/>
            <a:ext cx="73200" cy="6768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g3e291eb4d72_8_90"/>
          <p:cNvSpPr/>
          <p:nvPr/>
        </p:nvSpPr>
        <p:spPr>
          <a:xfrm>
            <a:off x="841248" y="5554980"/>
            <a:ext cx="420600" cy="4206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g3e291eb4d72_8_90"/>
          <p:cNvSpPr/>
          <p:nvPr/>
        </p:nvSpPr>
        <p:spPr>
          <a:xfrm>
            <a:off x="841248" y="5554980"/>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F1D27"/>
              </a:buClr>
              <a:buSzPts val="1500"/>
              <a:buFont typeface="Arial"/>
              <a:buNone/>
            </a:pPr>
            <a:r>
              <a:rPr b="1" i="0" lang="en-US" sz="1500" u="none" cap="none" strike="noStrike">
                <a:solidFill>
                  <a:srgbClr val="8F1D27"/>
                </a:solidFill>
                <a:latin typeface="Arial"/>
                <a:ea typeface="Arial"/>
                <a:cs typeface="Arial"/>
                <a:sym typeface="Arial"/>
              </a:rPr>
              <a:t>6</a:t>
            </a:r>
            <a:endParaRPr b="0" i="0" sz="1500" u="none" cap="none" strike="noStrike">
              <a:solidFill>
                <a:schemeClr val="dk1"/>
              </a:solidFill>
              <a:latin typeface="Calibri"/>
              <a:ea typeface="Calibri"/>
              <a:cs typeface="Calibri"/>
              <a:sym typeface="Calibri"/>
            </a:endParaRPr>
          </a:p>
        </p:txBody>
      </p:sp>
      <p:pic>
        <p:nvPicPr>
          <p:cNvPr descr="preencoded.png" id="471" name="Google Shape;471;g3e291eb4d72_8_90"/>
          <p:cNvPicPr preferRelativeResize="0"/>
          <p:nvPr/>
        </p:nvPicPr>
        <p:blipFill rotWithShape="1">
          <a:blip r:embed="rId8">
            <a:alphaModFix/>
          </a:blip>
          <a:srcRect b="0" l="0" r="0" t="0"/>
          <a:stretch/>
        </p:blipFill>
        <p:spPr>
          <a:xfrm>
            <a:off x="1481328" y="5628132"/>
            <a:ext cx="292608" cy="292608"/>
          </a:xfrm>
          <a:prstGeom prst="rect">
            <a:avLst/>
          </a:prstGeom>
          <a:noFill/>
          <a:ln>
            <a:noFill/>
          </a:ln>
        </p:spPr>
      </p:pic>
      <p:sp>
        <p:nvSpPr>
          <p:cNvPr id="472" name="Google Shape;472;g3e291eb4d72_8_90"/>
          <p:cNvSpPr/>
          <p:nvPr/>
        </p:nvSpPr>
        <p:spPr>
          <a:xfrm>
            <a:off x="2029968" y="5436108"/>
            <a:ext cx="3794700" cy="67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One feature per pull request</a:t>
            </a:r>
            <a:endParaRPr b="0" i="0" sz="1400" u="none" cap="none" strike="noStrike">
              <a:solidFill>
                <a:schemeClr val="dk1"/>
              </a:solidFill>
              <a:latin typeface="Calibri"/>
              <a:ea typeface="Calibri"/>
              <a:cs typeface="Calibri"/>
              <a:sym typeface="Calibri"/>
            </a:endParaRPr>
          </a:p>
        </p:txBody>
      </p:sp>
      <p:sp>
        <p:nvSpPr>
          <p:cNvPr id="473" name="Google Shape;473;g3e291eb4d72_8_90"/>
          <p:cNvSpPr/>
          <p:nvPr/>
        </p:nvSpPr>
        <p:spPr>
          <a:xfrm>
            <a:off x="5961888" y="5436108"/>
            <a:ext cx="5468100" cy="6768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C5C5C"/>
              </a:buClr>
              <a:buSzPts val="1100"/>
              <a:buFont typeface="Arial"/>
              <a:buNone/>
            </a:pPr>
            <a:r>
              <a:rPr b="0" i="0" lang="en-US" sz="1100" u="none" cap="none" strike="noStrike">
                <a:solidFill>
                  <a:srgbClr val="5C5C5C"/>
                </a:solidFill>
                <a:latin typeface="Arial"/>
                <a:ea typeface="Arial"/>
                <a:cs typeface="Arial"/>
                <a:sym typeface="Arial"/>
              </a:rPr>
              <a:t>Keep each pull request scoped to a single feature or bug fix so it stays reviewable.</a:t>
            </a:r>
            <a:endParaRPr b="0" i="0" sz="1100" u="none" cap="none" strike="noStrike">
              <a:solidFill>
                <a:schemeClr val="dk1"/>
              </a:solidFill>
              <a:latin typeface="Calibri"/>
              <a:ea typeface="Calibri"/>
              <a:cs typeface="Calibri"/>
              <a:sym typeface="Calibri"/>
            </a:endParaRPr>
          </a:p>
        </p:txBody>
      </p:sp>
      <p:sp>
        <p:nvSpPr>
          <p:cNvPr id="474" name="Google Shape;474;g3e291eb4d72_8_90"/>
          <p:cNvSpPr/>
          <p:nvPr/>
        </p:nvSpPr>
        <p:spPr>
          <a:xfrm>
            <a:off x="11430000" y="6355080"/>
            <a:ext cx="457200" cy="310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5C5C"/>
              </a:buClr>
              <a:buSzPts val="1200"/>
              <a:buFont typeface="Arial"/>
              <a:buNone/>
            </a:pPr>
            <a:r>
              <a:rPr b="0" i="0" lang="en-US" sz="1200" u="none" cap="none" strike="noStrike">
                <a:solidFill>
                  <a:srgbClr val="5C5C5C"/>
                </a:solidFill>
                <a:latin typeface="Arial"/>
                <a:ea typeface="Arial"/>
                <a:cs typeface="Arial"/>
                <a:sym typeface="Arial"/>
              </a:rPr>
              <a:t>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9" name="Shape 479"/>
        <p:cNvGrpSpPr/>
        <p:nvPr/>
      </p:nvGrpSpPr>
      <p:grpSpPr>
        <a:xfrm>
          <a:off x="0" y="0"/>
          <a:ext cx="0" cy="0"/>
          <a:chOff x="0" y="0"/>
          <a:chExt cx="0" cy="0"/>
        </a:xfrm>
      </p:grpSpPr>
      <p:sp>
        <p:nvSpPr>
          <p:cNvPr id="480" name="Google Shape;480;g3e291eb4d72_8_144"/>
          <p:cNvSpPr/>
          <p:nvPr/>
        </p:nvSpPr>
        <p:spPr>
          <a:xfrm>
            <a:off x="548640" y="310896"/>
            <a:ext cx="110643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1D27"/>
              </a:buClr>
              <a:buSzPts val="3000"/>
              <a:buFont typeface="Arial"/>
              <a:buNone/>
            </a:pPr>
            <a:r>
              <a:rPr b="1" i="0" lang="en-US" sz="3000" u="none" cap="none" strike="noStrike">
                <a:solidFill>
                  <a:srgbClr val="8F1D27"/>
                </a:solidFill>
                <a:latin typeface="Arial"/>
                <a:ea typeface="Arial"/>
                <a:cs typeface="Arial"/>
                <a:sym typeface="Arial"/>
              </a:rPr>
              <a:t>Follow Development Best Practices</a:t>
            </a:r>
            <a:endParaRPr b="0" i="0" sz="3000" u="none" cap="none" strike="noStrike">
              <a:solidFill>
                <a:schemeClr val="dk1"/>
              </a:solidFill>
              <a:latin typeface="Calibri"/>
              <a:ea typeface="Calibri"/>
              <a:cs typeface="Calibri"/>
              <a:sym typeface="Calibri"/>
            </a:endParaRPr>
          </a:p>
        </p:txBody>
      </p:sp>
      <p:sp>
        <p:nvSpPr>
          <p:cNvPr id="481" name="Google Shape;481;g3e291eb4d72_8_144"/>
          <p:cNvSpPr/>
          <p:nvPr/>
        </p:nvSpPr>
        <p:spPr>
          <a:xfrm>
            <a:off x="548640" y="1060704"/>
            <a:ext cx="11091600" cy="201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g3e291eb4d72_8_144"/>
          <p:cNvSpPr/>
          <p:nvPr/>
        </p:nvSpPr>
        <p:spPr>
          <a:xfrm>
            <a:off x="548640" y="1207008"/>
            <a:ext cx="1106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E54"/>
              </a:buClr>
              <a:buSzPts val="1800"/>
              <a:buFont typeface="Arial"/>
              <a:buNone/>
            </a:pPr>
            <a:r>
              <a:rPr b="0" i="0" lang="en-US" sz="1800" u="none" cap="none" strike="noStrike">
                <a:solidFill>
                  <a:srgbClr val="A83E54"/>
                </a:solidFill>
                <a:latin typeface="Arial"/>
                <a:ea typeface="Arial"/>
                <a:cs typeface="Arial"/>
                <a:sym typeface="Arial"/>
              </a:rPr>
              <a:t>Keep the engineering discipline AI doesn't replace</a:t>
            </a:r>
            <a:endParaRPr b="0" i="0" sz="1800" u="none" cap="none" strike="noStrike">
              <a:solidFill>
                <a:schemeClr val="dk1"/>
              </a:solidFill>
              <a:latin typeface="Calibri"/>
              <a:ea typeface="Calibri"/>
              <a:cs typeface="Calibri"/>
              <a:sym typeface="Calibri"/>
            </a:endParaRPr>
          </a:p>
        </p:txBody>
      </p:sp>
      <p:sp>
        <p:nvSpPr>
          <p:cNvPr id="483" name="Google Shape;483;g3e291eb4d72_8_144"/>
          <p:cNvSpPr/>
          <p:nvPr/>
        </p:nvSpPr>
        <p:spPr>
          <a:xfrm>
            <a:off x="548640" y="1783080"/>
            <a:ext cx="3575400" cy="17556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g3e291eb4d72_8_144"/>
          <p:cNvSpPr/>
          <p:nvPr/>
        </p:nvSpPr>
        <p:spPr>
          <a:xfrm>
            <a:off x="548640" y="1783080"/>
            <a:ext cx="3575400" cy="54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g3e291eb4d72_8_144"/>
          <p:cNvSpPr/>
          <p:nvPr/>
        </p:nvSpPr>
        <p:spPr>
          <a:xfrm>
            <a:off x="804672" y="2057400"/>
            <a:ext cx="567000" cy="5670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6" name="Google Shape;486;g3e291eb4d72_8_144"/>
          <p:cNvPicPr preferRelativeResize="0"/>
          <p:nvPr/>
        </p:nvPicPr>
        <p:blipFill rotWithShape="1">
          <a:blip r:embed="rId3">
            <a:alphaModFix/>
          </a:blip>
          <a:srcRect b="0" l="0" r="0" t="0"/>
          <a:stretch/>
        </p:blipFill>
        <p:spPr>
          <a:xfrm>
            <a:off x="932688" y="2185416"/>
            <a:ext cx="310896" cy="310896"/>
          </a:xfrm>
          <a:prstGeom prst="rect">
            <a:avLst/>
          </a:prstGeom>
          <a:noFill/>
          <a:ln>
            <a:noFill/>
          </a:ln>
        </p:spPr>
      </p:pic>
      <p:sp>
        <p:nvSpPr>
          <p:cNvPr id="487" name="Google Shape;487;g3e291eb4d72_8_144"/>
          <p:cNvSpPr/>
          <p:nvPr/>
        </p:nvSpPr>
        <p:spPr>
          <a:xfrm>
            <a:off x="1499616" y="2057400"/>
            <a:ext cx="2432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Stay in your domain</a:t>
            </a:r>
            <a:endParaRPr b="0" i="0" sz="1400" u="none" cap="none" strike="noStrike">
              <a:solidFill>
                <a:schemeClr val="dk1"/>
              </a:solidFill>
              <a:latin typeface="Calibri"/>
              <a:ea typeface="Calibri"/>
              <a:cs typeface="Calibri"/>
              <a:sym typeface="Calibri"/>
            </a:endParaRPr>
          </a:p>
        </p:txBody>
      </p:sp>
      <p:sp>
        <p:nvSpPr>
          <p:cNvPr id="488" name="Google Shape;488;g3e291eb4d72_8_144"/>
          <p:cNvSpPr/>
          <p:nvPr/>
        </p:nvSpPr>
        <p:spPr>
          <a:xfrm>
            <a:off x="822960" y="2697480"/>
            <a:ext cx="3063300" cy="7773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C5C5C"/>
              </a:buClr>
              <a:buSzPts val="1100"/>
              <a:buFont typeface="Arial"/>
              <a:buNone/>
            </a:pPr>
            <a:r>
              <a:rPr b="0" i="0" lang="en-US" sz="1100" u="none" cap="none" strike="noStrike">
                <a:solidFill>
                  <a:srgbClr val="5C5C5C"/>
                </a:solidFill>
                <a:latin typeface="Arial"/>
                <a:ea typeface="Arial"/>
                <a:cs typeface="Arial"/>
                <a:sym typeface="Arial"/>
              </a:rPr>
              <a:t>Improve and extend capabilities you own rather than spinning up new systems outside your expertise.</a:t>
            </a:r>
            <a:endParaRPr b="0" i="0" sz="1100" u="none" cap="none" strike="noStrike">
              <a:solidFill>
                <a:schemeClr val="dk1"/>
              </a:solidFill>
              <a:latin typeface="Calibri"/>
              <a:ea typeface="Calibri"/>
              <a:cs typeface="Calibri"/>
              <a:sym typeface="Calibri"/>
            </a:endParaRPr>
          </a:p>
        </p:txBody>
      </p:sp>
      <p:sp>
        <p:nvSpPr>
          <p:cNvPr id="489" name="Google Shape;489;g3e291eb4d72_8_144"/>
          <p:cNvSpPr/>
          <p:nvPr/>
        </p:nvSpPr>
        <p:spPr>
          <a:xfrm>
            <a:off x="4306824" y="1783080"/>
            <a:ext cx="3575400" cy="17556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g3e291eb4d72_8_144"/>
          <p:cNvSpPr/>
          <p:nvPr/>
        </p:nvSpPr>
        <p:spPr>
          <a:xfrm>
            <a:off x="4306824" y="1783080"/>
            <a:ext cx="3575400" cy="54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g3e291eb4d72_8_144"/>
          <p:cNvSpPr/>
          <p:nvPr/>
        </p:nvSpPr>
        <p:spPr>
          <a:xfrm>
            <a:off x="4562856" y="2057400"/>
            <a:ext cx="567000" cy="5670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2" name="Google Shape;492;g3e291eb4d72_8_144"/>
          <p:cNvPicPr preferRelativeResize="0"/>
          <p:nvPr/>
        </p:nvPicPr>
        <p:blipFill rotWithShape="1">
          <a:blip r:embed="rId4">
            <a:alphaModFix/>
          </a:blip>
          <a:srcRect b="0" l="0" r="0" t="0"/>
          <a:stretch/>
        </p:blipFill>
        <p:spPr>
          <a:xfrm>
            <a:off x="4690872" y="2185416"/>
            <a:ext cx="310896" cy="310896"/>
          </a:xfrm>
          <a:prstGeom prst="rect">
            <a:avLst/>
          </a:prstGeom>
          <a:noFill/>
          <a:ln>
            <a:noFill/>
          </a:ln>
        </p:spPr>
      </p:pic>
      <p:sp>
        <p:nvSpPr>
          <p:cNvPr id="493" name="Google Shape;493;g3e291eb4d72_8_144"/>
          <p:cNvSpPr/>
          <p:nvPr/>
        </p:nvSpPr>
        <p:spPr>
          <a:xfrm>
            <a:off x="5257800" y="2057400"/>
            <a:ext cx="2432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No orphaned tools</a:t>
            </a:r>
            <a:endParaRPr b="0" i="0" sz="1400" u="none" cap="none" strike="noStrike">
              <a:solidFill>
                <a:schemeClr val="dk1"/>
              </a:solidFill>
              <a:latin typeface="Calibri"/>
              <a:ea typeface="Calibri"/>
              <a:cs typeface="Calibri"/>
              <a:sym typeface="Calibri"/>
            </a:endParaRPr>
          </a:p>
        </p:txBody>
      </p:sp>
      <p:sp>
        <p:nvSpPr>
          <p:cNvPr id="494" name="Google Shape;494;g3e291eb4d72_8_144"/>
          <p:cNvSpPr/>
          <p:nvPr/>
        </p:nvSpPr>
        <p:spPr>
          <a:xfrm>
            <a:off x="4581144" y="2697480"/>
            <a:ext cx="3063300" cy="7773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C5C5C"/>
              </a:buClr>
              <a:buSzPts val="1100"/>
              <a:buFont typeface="Arial"/>
              <a:buNone/>
            </a:pPr>
            <a:r>
              <a:rPr b="0" i="0" lang="en-US" sz="1100" u="none" cap="none" strike="noStrike">
                <a:solidFill>
                  <a:srgbClr val="5C5C5C"/>
                </a:solidFill>
                <a:latin typeface="Arial"/>
                <a:ea typeface="Arial"/>
                <a:cs typeface="Arial"/>
                <a:sym typeface="Arial"/>
              </a:rPr>
              <a:t>Quickly generated tools become long-term liabilities when no one is accountable for them.</a:t>
            </a:r>
            <a:endParaRPr b="0" i="0" sz="1100" u="none" cap="none" strike="noStrike">
              <a:solidFill>
                <a:schemeClr val="dk1"/>
              </a:solidFill>
              <a:latin typeface="Calibri"/>
              <a:ea typeface="Calibri"/>
              <a:cs typeface="Calibri"/>
              <a:sym typeface="Calibri"/>
            </a:endParaRPr>
          </a:p>
        </p:txBody>
      </p:sp>
      <p:sp>
        <p:nvSpPr>
          <p:cNvPr id="495" name="Google Shape;495;g3e291eb4d72_8_144"/>
          <p:cNvSpPr/>
          <p:nvPr/>
        </p:nvSpPr>
        <p:spPr>
          <a:xfrm>
            <a:off x="8065008" y="1783080"/>
            <a:ext cx="3575400" cy="17556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g3e291eb4d72_8_144"/>
          <p:cNvSpPr/>
          <p:nvPr/>
        </p:nvSpPr>
        <p:spPr>
          <a:xfrm>
            <a:off x="8065008" y="1783080"/>
            <a:ext cx="3575400" cy="54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3e291eb4d72_8_144"/>
          <p:cNvSpPr/>
          <p:nvPr/>
        </p:nvSpPr>
        <p:spPr>
          <a:xfrm>
            <a:off x="8321040" y="2057400"/>
            <a:ext cx="567000" cy="5670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8" name="Google Shape;498;g3e291eb4d72_8_144"/>
          <p:cNvPicPr preferRelativeResize="0"/>
          <p:nvPr/>
        </p:nvPicPr>
        <p:blipFill rotWithShape="1">
          <a:blip r:embed="rId5">
            <a:alphaModFix/>
          </a:blip>
          <a:srcRect b="0" l="0" r="0" t="0"/>
          <a:stretch/>
        </p:blipFill>
        <p:spPr>
          <a:xfrm>
            <a:off x="8449056" y="2185416"/>
            <a:ext cx="310896" cy="310896"/>
          </a:xfrm>
          <a:prstGeom prst="rect">
            <a:avLst/>
          </a:prstGeom>
          <a:noFill/>
          <a:ln>
            <a:noFill/>
          </a:ln>
        </p:spPr>
      </p:pic>
      <p:sp>
        <p:nvSpPr>
          <p:cNvPr id="499" name="Google Shape;499;g3e291eb4d72_8_144"/>
          <p:cNvSpPr/>
          <p:nvPr/>
        </p:nvSpPr>
        <p:spPr>
          <a:xfrm>
            <a:off x="9015984" y="2057400"/>
            <a:ext cx="2432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Document &amp; publish</a:t>
            </a:r>
            <a:endParaRPr b="0" i="0" sz="1400" u="none" cap="none" strike="noStrike">
              <a:solidFill>
                <a:schemeClr val="dk1"/>
              </a:solidFill>
              <a:latin typeface="Calibri"/>
              <a:ea typeface="Calibri"/>
              <a:cs typeface="Calibri"/>
              <a:sym typeface="Calibri"/>
            </a:endParaRPr>
          </a:p>
        </p:txBody>
      </p:sp>
      <p:sp>
        <p:nvSpPr>
          <p:cNvPr id="500" name="Google Shape;500;g3e291eb4d72_8_144"/>
          <p:cNvSpPr/>
          <p:nvPr/>
        </p:nvSpPr>
        <p:spPr>
          <a:xfrm>
            <a:off x="8339328" y="2697480"/>
            <a:ext cx="3063300" cy="7773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C5C5C"/>
              </a:buClr>
              <a:buSzPts val="1100"/>
              <a:buFont typeface="Arial"/>
              <a:buNone/>
            </a:pPr>
            <a:r>
              <a:rPr b="0" i="0" lang="en-US" sz="1100" u="none" cap="none" strike="noStrike">
                <a:solidFill>
                  <a:srgbClr val="5C5C5C"/>
                </a:solidFill>
                <a:latin typeface="Arial"/>
                <a:ea typeface="Arial"/>
                <a:cs typeface="Arial"/>
                <a:sym typeface="Arial"/>
              </a:rPr>
              <a:t>Make systems discoverable and documented so others aren't rebuilding what already exists.</a:t>
            </a:r>
            <a:endParaRPr b="0" i="0" sz="1100" u="none" cap="none" strike="noStrike">
              <a:solidFill>
                <a:schemeClr val="dk1"/>
              </a:solidFill>
              <a:latin typeface="Calibri"/>
              <a:ea typeface="Calibri"/>
              <a:cs typeface="Calibri"/>
              <a:sym typeface="Calibri"/>
            </a:endParaRPr>
          </a:p>
        </p:txBody>
      </p:sp>
      <p:sp>
        <p:nvSpPr>
          <p:cNvPr id="501" name="Google Shape;501;g3e291eb4d72_8_144"/>
          <p:cNvSpPr/>
          <p:nvPr/>
        </p:nvSpPr>
        <p:spPr>
          <a:xfrm>
            <a:off x="548640" y="3739896"/>
            <a:ext cx="3575400" cy="17556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g3e291eb4d72_8_144"/>
          <p:cNvSpPr/>
          <p:nvPr/>
        </p:nvSpPr>
        <p:spPr>
          <a:xfrm>
            <a:off x="548640" y="3739896"/>
            <a:ext cx="3575400" cy="54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g3e291eb4d72_8_144"/>
          <p:cNvSpPr/>
          <p:nvPr/>
        </p:nvSpPr>
        <p:spPr>
          <a:xfrm>
            <a:off x="804672" y="4014216"/>
            <a:ext cx="567000" cy="5670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04" name="Google Shape;504;g3e291eb4d72_8_144"/>
          <p:cNvPicPr preferRelativeResize="0"/>
          <p:nvPr/>
        </p:nvPicPr>
        <p:blipFill rotWithShape="1">
          <a:blip r:embed="rId6">
            <a:alphaModFix/>
          </a:blip>
          <a:srcRect b="0" l="0" r="0" t="0"/>
          <a:stretch/>
        </p:blipFill>
        <p:spPr>
          <a:xfrm>
            <a:off x="932688" y="4142232"/>
            <a:ext cx="310896" cy="310896"/>
          </a:xfrm>
          <a:prstGeom prst="rect">
            <a:avLst/>
          </a:prstGeom>
          <a:noFill/>
          <a:ln>
            <a:noFill/>
          </a:ln>
        </p:spPr>
      </p:pic>
      <p:sp>
        <p:nvSpPr>
          <p:cNvPr id="505" name="Google Shape;505;g3e291eb4d72_8_144"/>
          <p:cNvSpPr/>
          <p:nvPr/>
        </p:nvSpPr>
        <p:spPr>
          <a:xfrm>
            <a:off x="1499616" y="4014216"/>
            <a:ext cx="2432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Align scientifically first</a:t>
            </a:r>
            <a:endParaRPr b="0" i="0" sz="1400" u="none" cap="none" strike="noStrike">
              <a:solidFill>
                <a:schemeClr val="dk1"/>
              </a:solidFill>
              <a:latin typeface="Calibri"/>
              <a:ea typeface="Calibri"/>
              <a:cs typeface="Calibri"/>
              <a:sym typeface="Calibri"/>
            </a:endParaRPr>
          </a:p>
        </p:txBody>
      </p:sp>
      <p:sp>
        <p:nvSpPr>
          <p:cNvPr id="506" name="Google Shape;506;g3e291eb4d72_8_144"/>
          <p:cNvSpPr/>
          <p:nvPr/>
        </p:nvSpPr>
        <p:spPr>
          <a:xfrm>
            <a:off x="822960" y="4654296"/>
            <a:ext cx="3063300" cy="7773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C5C5C"/>
              </a:buClr>
              <a:buSzPts val="1100"/>
              <a:buFont typeface="Arial"/>
              <a:buNone/>
            </a:pPr>
            <a:r>
              <a:rPr b="0" i="0" lang="en-US" sz="1100" u="none" cap="none" strike="noStrike">
                <a:solidFill>
                  <a:srgbClr val="5C5C5C"/>
                </a:solidFill>
                <a:latin typeface="Arial"/>
                <a:ea typeface="Arial"/>
                <a:cs typeface="Arial"/>
                <a:sym typeface="Arial"/>
              </a:rPr>
              <a:t>Confirm the work fits the scientific and project goals before any code is written.</a:t>
            </a:r>
            <a:endParaRPr b="0" i="0" sz="1100" u="none" cap="none" strike="noStrike">
              <a:solidFill>
                <a:schemeClr val="dk1"/>
              </a:solidFill>
              <a:latin typeface="Calibri"/>
              <a:ea typeface="Calibri"/>
              <a:cs typeface="Calibri"/>
              <a:sym typeface="Calibri"/>
            </a:endParaRPr>
          </a:p>
        </p:txBody>
      </p:sp>
      <p:sp>
        <p:nvSpPr>
          <p:cNvPr id="507" name="Google Shape;507;g3e291eb4d72_8_144"/>
          <p:cNvSpPr/>
          <p:nvPr/>
        </p:nvSpPr>
        <p:spPr>
          <a:xfrm>
            <a:off x="4306824" y="3739896"/>
            <a:ext cx="3575400" cy="17556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g3e291eb4d72_8_144"/>
          <p:cNvSpPr/>
          <p:nvPr/>
        </p:nvSpPr>
        <p:spPr>
          <a:xfrm>
            <a:off x="4306824" y="3739896"/>
            <a:ext cx="3575400" cy="54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g3e291eb4d72_8_144"/>
          <p:cNvSpPr/>
          <p:nvPr/>
        </p:nvSpPr>
        <p:spPr>
          <a:xfrm>
            <a:off x="4562856" y="4014216"/>
            <a:ext cx="567000" cy="5670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0" name="Google Shape;510;g3e291eb4d72_8_144"/>
          <p:cNvPicPr preferRelativeResize="0"/>
          <p:nvPr/>
        </p:nvPicPr>
        <p:blipFill rotWithShape="1">
          <a:blip r:embed="rId7">
            <a:alphaModFix/>
          </a:blip>
          <a:srcRect b="0" l="0" r="0" t="0"/>
          <a:stretch/>
        </p:blipFill>
        <p:spPr>
          <a:xfrm>
            <a:off x="4690872" y="4142232"/>
            <a:ext cx="310896" cy="310896"/>
          </a:xfrm>
          <a:prstGeom prst="rect">
            <a:avLst/>
          </a:prstGeom>
          <a:noFill/>
          <a:ln>
            <a:noFill/>
          </a:ln>
        </p:spPr>
      </p:pic>
      <p:sp>
        <p:nvSpPr>
          <p:cNvPr id="511" name="Google Shape;511;g3e291eb4d72_8_144"/>
          <p:cNvSpPr/>
          <p:nvPr/>
        </p:nvSpPr>
        <p:spPr>
          <a:xfrm>
            <a:off x="5257800" y="4014216"/>
            <a:ext cx="2432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Plan for maintenance</a:t>
            </a:r>
            <a:endParaRPr b="0" i="0" sz="1400" u="none" cap="none" strike="noStrike">
              <a:solidFill>
                <a:schemeClr val="dk1"/>
              </a:solidFill>
              <a:latin typeface="Calibri"/>
              <a:ea typeface="Calibri"/>
              <a:cs typeface="Calibri"/>
              <a:sym typeface="Calibri"/>
            </a:endParaRPr>
          </a:p>
        </p:txBody>
      </p:sp>
      <p:sp>
        <p:nvSpPr>
          <p:cNvPr id="512" name="Google Shape;512;g3e291eb4d72_8_144"/>
          <p:cNvSpPr/>
          <p:nvPr/>
        </p:nvSpPr>
        <p:spPr>
          <a:xfrm>
            <a:off x="4581144" y="4654296"/>
            <a:ext cx="3063300" cy="7773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C5C5C"/>
              </a:buClr>
              <a:buSzPts val="1100"/>
              <a:buFont typeface="Arial"/>
              <a:buNone/>
            </a:pPr>
            <a:r>
              <a:rPr b="0" i="0" lang="en-US" sz="1100" u="none" cap="none" strike="noStrike">
                <a:solidFill>
                  <a:srgbClr val="5C5C5C"/>
                </a:solidFill>
                <a:latin typeface="Arial"/>
                <a:ea typeface="Arial"/>
                <a:cs typeface="Arial"/>
                <a:sym typeface="Arial"/>
              </a:rPr>
              <a:t>Assign clear ownership up front so AI-assisted tools don't become orphaned scripts.</a:t>
            </a:r>
            <a:endParaRPr b="0" i="0" sz="1100" u="none" cap="none" strike="noStrike">
              <a:solidFill>
                <a:schemeClr val="dk1"/>
              </a:solidFill>
              <a:latin typeface="Calibri"/>
              <a:ea typeface="Calibri"/>
              <a:cs typeface="Calibri"/>
              <a:sym typeface="Calibri"/>
            </a:endParaRPr>
          </a:p>
        </p:txBody>
      </p:sp>
      <p:sp>
        <p:nvSpPr>
          <p:cNvPr id="513" name="Google Shape;513;g3e291eb4d72_8_144"/>
          <p:cNvSpPr/>
          <p:nvPr/>
        </p:nvSpPr>
        <p:spPr>
          <a:xfrm>
            <a:off x="8065008" y="3739896"/>
            <a:ext cx="3575400" cy="17556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g3e291eb4d72_8_144"/>
          <p:cNvSpPr/>
          <p:nvPr/>
        </p:nvSpPr>
        <p:spPr>
          <a:xfrm>
            <a:off x="8065008" y="3739896"/>
            <a:ext cx="3575400" cy="54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g3e291eb4d72_8_144"/>
          <p:cNvSpPr/>
          <p:nvPr/>
        </p:nvSpPr>
        <p:spPr>
          <a:xfrm>
            <a:off x="8321040" y="4014216"/>
            <a:ext cx="567000" cy="5670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6" name="Google Shape;516;g3e291eb4d72_8_144"/>
          <p:cNvPicPr preferRelativeResize="0"/>
          <p:nvPr/>
        </p:nvPicPr>
        <p:blipFill rotWithShape="1">
          <a:blip r:embed="rId8">
            <a:alphaModFix/>
          </a:blip>
          <a:srcRect b="0" l="0" r="0" t="0"/>
          <a:stretch/>
        </p:blipFill>
        <p:spPr>
          <a:xfrm>
            <a:off x="8449056" y="4142232"/>
            <a:ext cx="310896" cy="310896"/>
          </a:xfrm>
          <a:prstGeom prst="rect">
            <a:avLst/>
          </a:prstGeom>
          <a:noFill/>
          <a:ln>
            <a:noFill/>
          </a:ln>
        </p:spPr>
      </p:pic>
      <p:sp>
        <p:nvSpPr>
          <p:cNvPr id="517" name="Google Shape;517;g3e291eb4d72_8_144"/>
          <p:cNvSpPr/>
          <p:nvPr/>
        </p:nvSpPr>
        <p:spPr>
          <a:xfrm>
            <a:off x="9015984" y="4014216"/>
            <a:ext cx="24324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Share across groups</a:t>
            </a:r>
            <a:endParaRPr b="0" i="0" sz="1400" u="none" cap="none" strike="noStrike">
              <a:solidFill>
                <a:schemeClr val="dk1"/>
              </a:solidFill>
              <a:latin typeface="Calibri"/>
              <a:ea typeface="Calibri"/>
              <a:cs typeface="Calibri"/>
              <a:sym typeface="Calibri"/>
            </a:endParaRPr>
          </a:p>
        </p:txBody>
      </p:sp>
      <p:sp>
        <p:nvSpPr>
          <p:cNvPr id="518" name="Google Shape;518;g3e291eb4d72_8_144"/>
          <p:cNvSpPr/>
          <p:nvPr/>
        </p:nvSpPr>
        <p:spPr>
          <a:xfrm>
            <a:off x="8339328" y="4654296"/>
            <a:ext cx="3063300" cy="7773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C5C5C"/>
              </a:buClr>
              <a:buSzPts val="1100"/>
              <a:buFont typeface="Arial"/>
              <a:buNone/>
            </a:pPr>
            <a:r>
              <a:rPr b="0" i="0" lang="en-US" sz="1100" u="none" cap="none" strike="noStrike">
                <a:solidFill>
                  <a:srgbClr val="5C5C5C"/>
                </a:solidFill>
                <a:latin typeface="Arial"/>
                <a:ea typeface="Arial"/>
                <a:cs typeface="Arial"/>
                <a:sym typeface="Arial"/>
              </a:rPr>
              <a:t>Surface what your experiment is doing so effort isn't duplicated lab-wide.</a:t>
            </a:r>
            <a:endParaRPr b="0" i="0" sz="1100" u="none" cap="none" strike="noStrike">
              <a:solidFill>
                <a:schemeClr val="dk1"/>
              </a:solidFill>
              <a:latin typeface="Calibri"/>
              <a:ea typeface="Calibri"/>
              <a:cs typeface="Calibri"/>
              <a:sym typeface="Calibri"/>
            </a:endParaRPr>
          </a:p>
        </p:txBody>
      </p:sp>
      <p:sp>
        <p:nvSpPr>
          <p:cNvPr id="519" name="Google Shape;519;g3e291eb4d72_8_144"/>
          <p:cNvSpPr/>
          <p:nvPr/>
        </p:nvSpPr>
        <p:spPr>
          <a:xfrm>
            <a:off x="11430000" y="6355080"/>
            <a:ext cx="457200" cy="310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5C5C"/>
              </a:buClr>
              <a:buSzPts val="1200"/>
              <a:buFont typeface="Arial"/>
              <a:buNone/>
            </a:pPr>
            <a:r>
              <a:rPr b="0" i="0" lang="en-US" sz="1200" u="none" cap="none" strike="noStrike">
                <a:solidFill>
                  <a:srgbClr val="5C5C5C"/>
                </a:solidFill>
                <a:latin typeface="Arial"/>
                <a:ea typeface="Arial"/>
                <a:cs typeface="Arial"/>
                <a:sym typeface="Arial"/>
              </a:rPr>
              <a:t>5</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4" name="Shape 524"/>
        <p:cNvGrpSpPr/>
        <p:nvPr/>
      </p:nvGrpSpPr>
      <p:grpSpPr>
        <a:xfrm>
          <a:off x="0" y="0"/>
          <a:ext cx="0" cy="0"/>
          <a:chOff x="0" y="0"/>
          <a:chExt cx="0" cy="0"/>
        </a:xfrm>
      </p:grpSpPr>
      <p:sp>
        <p:nvSpPr>
          <p:cNvPr id="525" name="Google Shape;525;g3e291eb4d72_8_192"/>
          <p:cNvSpPr/>
          <p:nvPr/>
        </p:nvSpPr>
        <p:spPr>
          <a:xfrm>
            <a:off x="548640" y="310896"/>
            <a:ext cx="110643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1D27"/>
              </a:buClr>
              <a:buSzPts val="3000"/>
              <a:buFont typeface="Arial"/>
              <a:buNone/>
            </a:pPr>
            <a:r>
              <a:rPr b="1" i="0" lang="en-US" sz="3000" u="none" cap="none" strike="noStrike">
                <a:solidFill>
                  <a:srgbClr val="8F1D27"/>
                </a:solidFill>
                <a:latin typeface="Arial"/>
                <a:ea typeface="Arial"/>
                <a:cs typeface="Arial"/>
                <a:sym typeface="Arial"/>
              </a:rPr>
              <a:t>Data, Tools &amp; Cost Discipline</a:t>
            </a:r>
            <a:endParaRPr b="0" i="0" sz="3000" u="none" cap="none" strike="noStrike">
              <a:solidFill>
                <a:schemeClr val="dk1"/>
              </a:solidFill>
              <a:latin typeface="Calibri"/>
              <a:ea typeface="Calibri"/>
              <a:cs typeface="Calibri"/>
              <a:sym typeface="Calibri"/>
            </a:endParaRPr>
          </a:p>
        </p:txBody>
      </p:sp>
      <p:sp>
        <p:nvSpPr>
          <p:cNvPr id="526" name="Google Shape;526;g3e291eb4d72_8_192"/>
          <p:cNvSpPr/>
          <p:nvPr/>
        </p:nvSpPr>
        <p:spPr>
          <a:xfrm>
            <a:off x="548640" y="1060704"/>
            <a:ext cx="11091600" cy="201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g3e291eb4d72_8_192"/>
          <p:cNvSpPr/>
          <p:nvPr/>
        </p:nvSpPr>
        <p:spPr>
          <a:xfrm>
            <a:off x="548640" y="1207008"/>
            <a:ext cx="110643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E54"/>
              </a:buClr>
              <a:buSzPts val="1800"/>
              <a:buFont typeface="Arial"/>
              <a:buNone/>
            </a:pPr>
            <a:r>
              <a:rPr b="0" i="0" lang="en-US" sz="1800" u="none" cap="none" strike="noStrike">
                <a:solidFill>
                  <a:srgbClr val="A83E54"/>
                </a:solidFill>
                <a:latin typeface="Arial"/>
                <a:ea typeface="Arial"/>
                <a:cs typeface="Arial"/>
                <a:sym typeface="Arial"/>
              </a:rPr>
              <a:t>Approved tools, classified data, known costs</a:t>
            </a:r>
            <a:endParaRPr b="0" i="0" sz="1800" u="none" cap="none" strike="noStrike">
              <a:solidFill>
                <a:schemeClr val="dk1"/>
              </a:solidFill>
              <a:latin typeface="Calibri"/>
              <a:ea typeface="Calibri"/>
              <a:cs typeface="Calibri"/>
              <a:sym typeface="Calibri"/>
            </a:endParaRPr>
          </a:p>
        </p:txBody>
      </p:sp>
      <p:sp>
        <p:nvSpPr>
          <p:cNvPr id="528" name="Google Shape;528;g3e291eb4d72_8_192"/>
          <p:cNvSpPr/>
          <p:nvPr/>
        </p:nvSpPr>
        <p:spPr>
          <a:xfrm>
            <a:off x="548640" y="1783080"/>
            <a:ext cx="11091600" cy="2148900"/>
          </a:xfrm>
          <a:prstGeom prst="rect">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g3e291eb4d72_8_192"/>
          <p:cNvSpPr/>
          <p:nvPr/>
        </p:nvSpPr>
        <p:spPr>
          <a:xfrm>
            <a:off x="548640" y="1783080"/>
            <a:ext cx="82200" cy="2148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0" name="Google Shape;530;g3e291eb4d72_8_192"/>
          <p:cNvPicPr preferRelativeResize="0"/>
          <p:nvPr/>
        </p:nvPicPr>
        <p:blipFill rotWithShape="1">
          <a:blip r:embed="rId3">
            <a:alphaModFix/>
          </a:blip>
          <a:srcRect b="0" l="0" r="0" t="0"/>
          <a:stretch/>
        </p:blipFill>
        <p:spPr>
          <a:xfrm>
            <a:off x="868680" y="2075688"/>
            <a:ext cx="457200" cy="457200"/>
          </a:xfrm>
          <a:prstGeom prst="rect">
            <a:avLst/>
          </a:prstGeom>
          <a:noFill/>
          <a:ln>
            <a:noFill/>
          </a:ln>
        </p:spPr>
      </p:pic>
      <p:sp>
        <p:nvSpPr>
          <p:cNvPr id="531" name="Google Shape;531;g3e291eb4d72_8_192"/>
          <p:cNvSpPr/>
          <p:nvPr/>
        </p:nvSpPr>
        <p:spPr>
          <a:xfrm>
            <a:off x="1481328" y="2057400"/>
            <a:ext cx="9903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1D27"/>
              </a:buClr>
              <a:buSzPts val="1700"/>
              <a:buFont typeface="Arial"/>
              <a:buNone/>
            </a:pPr>
            <a:r>
              <a:rPr b="1" i="0" lang="en-US" sz="1700" u="none" cap="none" strike="noStrike">
                <a:solidFill>
                  <a:srgbClr val="8F1D27"/>
                </a:solidFill>
                <a:latin typeface="Arial"/>
                <a:ea typeface="Arial"/>
                <a:cs typeface="Arial"/>
                <a:sym typeface="Arial"/>
              </a:rPr>
              <a:t>Classify data sensitivity before using external AI tools</a:t>
            </a:r>
            <a:endParaRPr b="0" i="0" sz="1700" u="none" cap="none" strike="noStrike">
              <a:solidFill>
                <a:schemeClr val="dk1"/>
              </a:solidFill>
              <a:latin typeface="Calibri"/>
              <a:ea typeface="Calibri"/>
              <a:cs typeface="Calibri"/>
              <a:sym typeface="Calibri"/>
            </a:endParaRPr>
          </a:p>
        </p:txBody>
      </p:sp>
      <p:sp>
        <p:nvSpPr>
          <p:cNvPr id="532" name="Google Shape;532;g3e291eb4d72_8_192"/>
          <p:cNvSpPr/>
          <p:nvPr/>
        </p:nvSpPr>
        <p:spPr>
          <a:xfrm>
            <a:off x="1481328" y="2606040"/>
            <a:ext cx="9262800" cy="118860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2B2B2B"/>
              </a:buClr>
              <a:buSzPts val="1250"/>
              <a:buFont typeface="Arial"/>
              <a:buNone/>
            </a:pPr>
            <a:r>
              <a:rPr b="1" i="0" lang="en-US" sz="1250" u="none" cap="none" strike="noStrike">
                <a:solidFill>
                  <a:srgbClr val="2B2B2B"/>
                </a:solidFill>
                <a:latin typeface="Arial"/>
                <a:ea typeface="Arial"/>
                <a:cs typeface="Arial"/>
                <a:sym typeface="Arial"/>
              </a:rPr>
              <a:t>Assess project sensitivity first. </a:t>
            </a:r>
            <a:r>
              <a:rPr b="0" i="0" lang="en-US" sz="1250" u="none" cap="none" strike="noStrike">
                <a:solidFill>
                  <a:srgbClr val="2B2B2B"/>
                </a:solidFill>
                <a:latin typeface="Arial"/>
                <a:ea typeface="Arial"/>
                <a:cs typeface="Arial"/>
                <a:sym typeface="Arial"/>
              </a:rPr>
              <a:t>Open-source work carries lower risk; sensitive projects do not belong in unapproved external services. </a:t>
            </a:r>
            <a:r>
              <a:rPr b="1" i="0" lang="en-US" sz="1250" u="none" cap="none" strike="noStrike">
                <a:solidFill>
                  <a:srgbClr val="2B2B2B"/>
                </a:solidFill>
                <a:latin typeface="Arial"/>
                <a:ea typeface="Arial"/>
                <a:cs typeface="Arial"/>
                <a:sym typeface="Arial"/>
              </a:rPr>
              <a:t>Concrete risk: </a:t>
            </a:r>
            <a:r>
              <a:rPr b="0" i="0" lang="en-US" sz="1250" u="none" cap="none" strike="noStrike">
                <a:solidFill>
                  <a:srgbClr val="2B2B2B"/>
                </a:solidFill>
                <a:latin typeface="Arial"/>
                <a:ea typeface="Arial"/>
                <a:cs typeface="Arial"/>
                <a:sym typeface="Arial"/>
              </a:rPr>
              <a:t>an agent searching GitHub with SLAC credentials can expose private repository data to outside services. Use a classification check before pointing any agent at lab data or credentials.</a:t>
            </a:r>
            <a:endParaRPr b="0" i="0" sz="1250" u="none" cap="none" strike="noStrike">
              <a:solidFill>
                <a:schemeClr val="dk1"/>
              </a:solidFill>
              <a:latin typeface="Calibri"/>
              <a:ea typeface="Calibri"/>
              <a:cs typeface="Calibri"/>
              <a:sym typeface="Calibri"/>
            </a:endParaRPr>
          </a:p>
        </p:txBody>
      </p:sp>
      <p:sp>
        <p:nvSpPr>
          <p:cNvPr id="533" name="Google Shape;533;g3e291eb4d72_8_192"/>
          <p:cNvSpPr/>
          <p:nvPr/>
        </p:nvSpPr>
        <p:spPr>
          <a:xfrm>
            <a:off x="548640" y="4206240"/>
            <a:ext cx="5431500" cy="17832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g3e291eb4d72_8_192"/>
          <p:cNvSpPr/>
          <p:nvPr/>
        </p:nvSpPr>
        <p:spPr>
          <a:xfrm>
            <a:off x="548640" y="4206240"/>
            <a:ext cx="5431500" cy="54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g3e291eb4d72_8_192"/>
          <p:cNvSpPr/>
          <p:nvPr/>
        </p:nvSpPr>
        <p:spPr>
          <a:xfrm>
            <a:off x="822960" y="4498848"/>
            <a:ext cx="530400" cy="5304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6" name="Google Shape;536;g3e291eb4d72_8_192"/>
          <p:cNvPicPr preferRelativeResize="0"/>
          <p:nvPr/>
        </p:nvPicPr>
        <p:blipFill rotWithShape="1">
          <a:blip r:embed="rId4">
            <a:alphaModFix/>
          </a:blip>
          <a:srcRect b="0" l="0" r="0" t="0"/>
          <a:stretch/>
        </p:blipFill>
        <p:spPr>
          <a:xfrm>
            <a:off x="941832" y="4617720"/>
            <a:ext cx="292608" cy="292608"/>
          </a:xfrm>
          <a:prstGeom prst="rect">
            <a:avLst/>
          </a:prstGeom>
          <a:noFill/>
          <a:ln>
            <a:noFill/>
          </a:ln>
        </p:spPr>
      </p:pic>
      <p:sp>
        <p:nvSpPr>
          <p:cNvPr id="537" name="Google Shape;537;g3e291eb4d72_8_192"/>
          <p:cNvSpPr/>
          <p:nvPr/>
        </p:nvSpPr>
        <p:spPr>
          <a:xfrm>
            <a:off x="1481328" y="4498848"/>
            <a:ext cx="42885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Use approved </a:t>
            </a:r>
            <a:r>
              <a:rPr b="1" lang="en-US">
                <a:solidFill>
                  <a:srgbClr val="2B2B2B"/>
                </a:solidFill>
              </a:rPr>
              <a:t>tools</a:t>
            </a:r>
            <a:endParaRPr b="0" i="0" sz="1400" u="none" cap="none" strike="noStrike">
              <a:solidFill>
                <a:schemeClr val="dk1"/>
              </a:solidFill>
              <a:latin typeface="Calibri"/>
              <a:ea typeface="Calibri"/>
              <a:cs typeface="Calibri"/>
              <a:sym typeface="Calibri"/>
            </a:endParaRPr>
          </a:p>
        </p:txBody>
      </p:sp>
      <p:sp>
        <p:nvSpPr>
          <p:cNvPr id="538" name="Google Shape;538;g3e291eb4d72_8_192"/>
          <p:cNvSpPr/>
          <p:nvPr/>
        </p:nvSpPr>
        <p:spPr>
          <a:xfrm>
            <a:off x="841248" y="5120640"/>
            <a:ext cx="4882800" cy="7773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5C5C5C"/>
              </a:buClr>
              <a:buSzPts val="1150"/>
              <a:buFont typeface="Arial"/>
              <a:buNone/>
            </a:pPr>
            <a:r>
              <a:rPr b="0" i="0" lang="en-US" sz="1150" u="none" cap="none" strike="noStrike">
                <a:solidFill>
                  <a:srgbClr val="5C5C5C"/>
                </a:solidFill>
                <a:latin typeface="Arial"/>
                <a:ea typeface="Arial"/>
                <a:cs typeface="Arial"/>
                <a:sym typeface="Arial"/>
              </a:rPr>
              <a:t>Frontier model access is provided through </a:t>
            </a:r>
            <a:r>
              <a:rPr b="0" i="0" lang="en-US" sz="1150" u="sng" cap="none" strike="noStrike">
                <a:solidFill>
                  <a:schemeClr val="hlink"/>
                </a:solidFill>
                <a:latin typeface="Arial"/>
                <a:ea typeface="Arial"/>
                <a:cs typeface="Arial"/>
                <a:sym typeface="Arial"/>
                <a:hlinkClick r:id="rId5"/>
              </a:rPr>
              <a:t>ai-accel.slac.stanf</a:t>
            </a:r>
            <a:r>
              <a:rPr lang="en-US" sz="1150" u="sng">
                <a:solidFill>
                  <a:schemeClr val="hlink"/>
                </a:solidFill>
                <a:hlinkClick r:id="rId6"/>
              </a:rPr>
              <a:t>ord.edu</a:t>
            </a:r>
            <a:r>
              <a:rPr b="0" i="0" lang="en-US" sz="1150" u="none" cap="none" strike="noStrike">
                <a:solidFill>
                  <a:srgbClr val="5C5C5C"/>
                </a:solidFill>
                <a:latin typeface="Arial"/>
                <a:ea typeface="Arial"/>
                <a:cs typeface="Arial"/>
                <a:sym typeface="Arial"/>
              </a:rPr>
              <a:t> with safeguards in place. Reach for approved access rather than arbitrary external tools.</a:t>
            </a:r>
            <a:endParaRPr b="0" i="0" sz="1150" u="none" cap="none" strike="noStrike">
              <a:solidFill>
                <a:schemeClr val="dk1"/>
              </a:solidFill>
              <a:latin typeface="Calibri"/>
              <a:ea typeface="Calibri"/>
              <a:cs typeface="Calibri"/>
              <a:sym typeface="Calibri"/>
            </a:endParaRPr>
          </a:p>
        </p:txBody>
      </p:sp>
      <p:sp>
        <p:nvSpPr>
          <p:cNvPr id="539" name="Google Shape;539;g3e291eb4d72_8_192"/>
          <p:cNvSpPr/>
          <p:nvPr/>
        </p:nvSpPr>
        <p:spPr>
          <a:xfrm>
            <a:off x="6208776" y="4206240"/>
            <a:ext cx="5431500" cy="1783200"/>
          </a:xfrm>
          <a:prstGeom prst="rect">
            <a:avLst/>
          </a:prstGeom>
          <a:solidFill>
            <a:srgbClr val="F7F7F8"/>
          </a:solidFill>
          <a:ln cap="flat" cmpd="sng" w="9525">
            <a:solidFill>
              <a:srgbClr val="C9CB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g3e291eb4d72_8_192"/>
          <p:cNvSpPr/>
          <p:nvPr/>
        </p:nvSpPr>
        <p:spPr>
          <a:xfrm>
            <a:off x="6208776" y="4206240"/>
            <a:ext cx="5431500" cy="549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g3e291eb4d72_8_192"/>
          <p:cNvSpPr/>
          <p:nvPr/>
        </p:nvSpPr>
        <p:spPr>
          <a:xfrm>
            <a:off x="6483096" y="4498848"/>
            <a:ext cx="530400" cy="530400"/>
          </a:xfrm>
          <a:prstGeom prst="ellipse">
            <a:avLst/>
          </a:prstGeom>
          <a:solidFill>
            <a:srgbClr val="EFE6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42" name="Google Shape;542;g3e291eb4d72_8_192"/>
          <p:cNvPicPr preferRelativeResize="0"/>
          <p:nvPr/>
        </p:nvPicPr>
        <p:blipFill rotWithShape="1">
          <a:blip r:embed="rId7">
            <a:alphaModFix/>
          </a:blip>
          <a:srcRect b="0" l="0" r="0" t="0"/>
          <a:stretch/>
        </p:blipFill>
        <p:spPr>
          <a:xfrm>
            <a:off x="6601968" y="4617720"/>
            <a:ext cx="292608" cy="292608"/>
          </a:xfrm>
          <a:prstGeom prst="rect">
            <a:avLst/>
          </a:prstGeom>
          <a:noFill/>
          <a:ln>
            <a:noFill/>
          </a:ln>
        </p:spPr>
      </p:pic>
      <p:sp>
        <p:nvSpPr>
          <p:cNvPr id="543" name="Google Shape;543;g3e291eb4d72_8_192"/>
          <p:cNvSpPr/>
          <p:nvPr/>
        </p:nvSpPr>
        <p:spPr>
          <a:xfrm>
            <a:off x="7141464" y="4498848"/>
            <a:ext cx="4288500" cy="530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2B2B"/>
              </a:buClr>
              <a:buSzPts val="1400"/>
              <a:buFont typeface="Arial"/>
              <a:buNone/>
            </a:pPr>
            <a:r>
              <a:rPr b="1" i="0" lang="en-US" sz="1400" u="none" cap="none" strike="noStrike">
                <a:solidFill>
                  <a:srgbClr val="2B2B2B"/>
                </a:solidFill>
                <a:latin typeface="Arial"/>
                <a:ea typeface="Arial"/>
                <a:cs typeface="Arial"/>
                <a:sym typeface="Arial"/>
              </a:rPr>
              <a:t>Be cost-aware</a:t>
            </a:r>
            <a:endParaRPr b="0" i="0" sz="1400" u="none" cap="none" strike="noStrike">
              <a:solidFill>
                <a:schemeClr val="dk1"/>
              </a:solidFill>
              <a:latin typeface="Calibri"/>
              <a:ea typeface="Calibri"/>
              <a:cs typeface="Calibri"/>
              <a:sym typeface="Calibri"/>
            </a:endParaRPr>
          </a:p>
        </p:txBody>
      </p:sp>
      <p:sp>
        <p:nvSpPr>
          <p:cNvPr id="544" name="Google Shape;544;g3e291eb4d72_8_192"/>
          <p:cNvSpPr/>
          <p:nvPr/>
        </p:nvSpPr>
        <p:spPr>
          <a:xfrm>
            <a:off x="6501384" y="5120640"/>
            <a:ext cx="4882800" cy="7773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5C5C5C"/>
              </a:buClr>
              <a:buSzPts val="1150"/>
              <a:buFont typeface="Arial"/>
              <a:buNone/>
            </a:pPr>
            <a:r>
              <a:rPr lang="en-US" sz="1150">
                <a:solidFill>
                  <a:srgbClr val="5C5C5C"/>
                </a:solidFill>
              </a:rPr>
              <a:t>Agent</a:t>
            </a:r>
            <a:r>
              <a:rPr b="0" i="0" lang="en-US" sz="1150" u="none" cap="none" strike="noStrike">
                <a:solidFill>
                  <a:srgbClr val="5C5C5C"/>
                </a:solidFill>
                <a:latin typeface="Arial"/>
                <a:ea typeface="Arial"/>
                <a:cs typeface="Arial"/>
                <a:sym typeface="Arial"/>
              </a:rPr>
              <a:t> costs are higher than many assume and expected to rise. Agentic usage is a real budget </a:t>
            </a:r>
            <a:r>
              <a:rPr lang="en-US" sz="1150">
                <a:solidFill>
                  <a:srgbClr val="5C5C5C"/>
                </a:solidFill>
              </a:rPr>
              <a:t>constraint, and spend</a:t>
            </a:r>
            <a:r>
              <a:rPr b="0" i="0" lang="en-US" sz="1150" u="none" cap="none" strike="noStrike">
                <a:solidFill>
                  <a:srgbClr val="5C5C5C"/>
                </a:solidFill>
                <a:latin typeface="Arial"/>
                <a:ea typeface="Arial"/>
                <a:cs typeface="Arial"/>
                <a:sym typeface="Arial"/>
              </a:rPr>
              <a:t> it where it counts. Use </a:t>
            </a:r>
            <a:r>
              <a:rPr lang="en-US" sz="1150">
                <a:solidFill>
                  <a:srgbClr val="5C5C5C"/>
                </a:solidFill>
              </a:rPr>
              <a:t>helpers </a:t>
            </a:r>
            <a:r>
              <a:rPr lang="en-US" sz="1150">
                <a:solidFill>
                  <a:srgbClr val="5C5C5C"/>
                </a:solidFill>
              </a:rPr>
              <a:t>such</a:t>
            </a:r>
            <a:r>
              <a:rPr lang="en-US" sz="1150">
                <a:solidFill>
                  <a:srgbClr val="5C5C5C"/>
                </a:solidFill>
              </a:rPr>
              <a:t> as skills and agents.md to reduce agent costs.</a:t>
            </a:r>
            <a:endParaRPr b="0" i="0" sz="1150" u="none" cap="none" strike="noStrike">
              <a:solidFill>
                <a:schemeClr val="dk1"/>
              </a:solidFill>
              <a:latin typeface="Calibri"/>
              <a:ea typeface="Calibri"/>
              <a:cs typeface="Calibri"/>
              <a:sym typeface="Calibri"/>
            </a:endParaRPr>
          </a:p>
        </p:txBody>
      </p:sp>
      <p:sp>
        <p:nvSpPr>
          <p:cNvPr id="545" name="Google Shape;545;g3e291eb4d72_8_192"/>
          <p:cNvSpPr/>
          <p:nvPr/>
        </p:nvSpPr>
        <p:spPr>
          <a:xfrm>
            <a:off x="11430000" y="6355080"/>
            <a:ext cx="457200" cy="310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5C5C"/>
              </a:buClr>
              <a:buSzPts val="1200"/>
              <a:buFont typeface="Arial"/>
              <a:buNone/>
            </a:pPr>
            <a:r>
              <a:rPr b="0" i="0" lang="en-US" sz="1200" u="none" cap="none" strike="noStrike">
                <a:solidFill>
                  <a:srgbClr val="5C5C5C"/>
                </a:solidFill>
                <a:latin typeface="Arial"/>
                <a:ea typeface="Arial"/>
                <a:cs typeface="Arial"/>
                <a:sym typeface="Arial"/>
              </a:rPr>
              <a:t>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0" name="Shape 550"/>
        <p:cNvGrpSpPr/>
        <p:nvPr/>
      </p:nvGrpSpPr>
      <p:grpSpPr>
        <a:xfrm>
          <a:off x="0" y="0"/>
          <a:ext cx="0" cy="0"/>
          <a:chOff x="0" y="0"/>
          <a:chExt cx="0" cy="0"/>
        </a:xfrm>
      </p:grpSpPr>
      <p:sp>
        <p:nvSpPr>
          <p:cNvPr id="551" name="Google Shape;551;g3e291eb4d72_8_221"/>
          <p:cNvSpPr/>
          <p:nvPr/>
        </p:nvSpPr>
        <p:spPr>
          <a:xfrm>
            <a:off x="548640" y="310896"/>
            <a:ext cx="8229600" cy="71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1D27"/>
              </a:buClr>
              <a:buSzPts val="3000"/>
              <a:buFont typeface="Arial"/>
              <a:buNone/>
            </a:pPr>
            <a:r>
              <a:rPr b="1" i="0" lang="en-US" sz="3000" u="none" cap="none" strike="noStrike">
                <a:solidFill>
                  <a:srgbClr val="8F1D27"/>
                </a:solidFill>
                <a:latin typeface="Arial"/>
                <a:ea typeface="Arial"/>
                <a:cs typeface="Arial"/>
                <a:sym typeface="Arial"/>
              </a:rPr>
              <a:t>The Bottom Line</a:t>
            </a:r>
            <a:endParaRPr b="0" i="0" sz="3000" u="none" cap="none" strike="noStrike">
              <a:solidFill>
                <a:schemeClr val="dk1"/>
              </a:solidFill>
              <a:latin typeface="Calibri"/>
              <a:ea typeface="Calibri"/>
              <a:cs typeface="Calibri"/>
              <a:sym typeface="Calibri"/>
            </a:endParaRPr>
          </a:p>
        </p:txBody>
      </p:sp>
      <p:sp>
        <p:nvSpPr>
          <p:cNvPr id="552" name="Google Shape;552;g3e291eb4d72_8_221"/>
          <p:cNvSpPr/>
          <p:nvPr/>
        </p:nvSpPr>
        <p:spPr>
          <a:xfrm>
            <a:off x="548640" y="1060704"/>
            <a:ext cx="11091600" cy="20100"/>
          </a:xfrm>
          <a:prstGeom prst="rect">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g3e291eb4d72_8_221"/>
          <p:cNvSpPr/>
          <p:nvPr/>
        </p:nvSpPr>
        <p:spPr>
          <a:xfrm>
            <a:off x="548640" y="1225296"/>
            <a:ext cx="82296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E54"/>
              </a:buClr>
              <a:buSzPts val="1800"/>
              <a:buFont typeface="Arial"/>
              <a:buNone/>
            </a:pPr>
            <a:r>
              <a:rPr b="0" i="1" lang="en-US" sz="1800" u="none" cap="none" strike="noStrike">
                <a:solidFill>
                  <a:srgbClr val="A83E54"/>
                </a:solidFill>
                <a:latin typeface="Arial"/>
                <a:ea typeface="Arial"/>
                <a:cs typeface="Arial"/>
                <a:sym typeface="Arial"/>
              </a:rPr>
              <a:t>Move fast, but build it right</a:t>
            </a:r>
            <a:endParaRPr b="0" i="0" sz="1800" u="none" cap="none" strike="noStrike">
              <a:solidFill>
                <a:schemeClr val="dk1"/>
              </a:solidFill>
              <a:latin typeface="Calibri"/>
              <a:ea typeface="Calibri"/>
              <a:cs typeface="Calibri"/>
              <a:sym typeface="Calibri"/>
            </a:endParaRPr>
          </a:p>
        </p:txBody>
      </p:sp>
      <p:sp>
        <p:nvSpPr>
          <p:cNvPr id="554" name="Google Shape;554;g3e291eb4d72_8_221"/>
          <p:cNvSpPr/>
          <p:nvPr/>
        </p:nvSpPr>
        <p:spPr>
          <a:xfrm>
            <a:off x="566928" y="1965960"/>
            <a:ext cx="603600" cy="603600"/>
          </a:xfrm>
          <a:prstGeom prst="ellipse">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55" name="Google Shape;555;g3e291eb4d72_8_221"/>
          <p:cNvPicPr preferRelativeResize="0"/>
          <p:nvPr/>
        </p:nvPicPr>
        <p:blipFill rotWithShape="1">
          <a:blip r:embed="rId3">
            <a:alphaModFix/>
          </a:blip>
          <a:srcRect b="0" l="0" r="0" t="0"/>
          <a:stretch/>
        </p:blipFill>
        <p:spPr>
          <a:xfrm>
            <a:off x="713232" y="2121408"/>
            <a:ext cx="310896" cy="310896"/>
          </a:xfrm>
          <a:prstGeom prst="rect">
            <a:avLst/>
          </a:prstGeom>
          <a:noFill/>
          <a:ln>
            <a:noFill/>
          </a:ln>
        </p:spPr>
      </p:pic>
      <p:sp>
        <p:nvSpPr>
          <p:cNvPr id="556" name="Google Shape;556;g3e291eb4d72_8_221"/>
          <p:cNvSpPr/>
          <p:nvPr/>
        </p:nvSpPr>
        <p:spPr>
          <a:xfrm>
            <a:off x="1426464" y="1947672"/>
            <a:ext cx="9875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1D27"/>
              </a:buClr>
              <a:buSzPts val="1700"/>
              <a:buFont typeface="Arial"/>
              <a:buNone/>
            </a:pPr>
            <a:r>
              <a:rPr b="1" i="0" lang="en-US" sz="1700" u="none" cap="none" strike="noStrike">
                <a:solidFill>
                  <a:srgbClr val="8F1D27"/>
                </a:solidFill>
                <a:latin typeface="Arial"/>
                <a:ea typeface="Arial"/>
                <a:cs typeface="Arial"/>
                <a:sym typeface="Arial"/>
              </a:rPr>
              <a:t>AI accelerates, it doesn't absolve</a:t>
            </a:r>
            <a:endParaRPr b="0" i="0" sz="1700" u="none" cap="none" strike="noStrike">
              <a:solidFill>
                <a:schemeClr val="dk1"/>
              </a:solidFill>
              <a:latin typeface="Calibri"/>
              <a:ea typeface="Calibri"/>
              <a:cs typeface="Calibri"/>
              <a:sym typeface="Calibri"/>
            </a:endParaRPr>
          </a:p>
        </p:txBody>
      </p:sp>
      <p:sp>
        <p:nvSpPr>
          <p:cNvPr id="557" name="Google Shape;557;g3e291eb4d72_8_221"/>
          <p:cNvSpPr/>
          <p:nvPr/>
        </p:nvSpPr>
        <p:spPr>
          <a:xfrm>
            <a:off x="1426464" y="2313432"/>
            <a:ext cx="9875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5C5C"/>
              </a:buClr>
              <a:buSzPts val="1250"/>
              <a:buFont typeface="Arial"/>
              <a:buNone/>
            </a:pPr>
            <a:r>
              <a:rPr b="0" i="0" lang="en-US" sz="1250" u="none" cap="none" strike="noStrike">
                <a:solidFill>
                  <a:srgbClr val="5C5C5C"/>
                </a:solidFill>
                <a:latin typeface="Arial"/>
                <a:ea typeface="Arial"/>
                <a:cs typeface="Arial"/>
                <a:sym typeface="Arial"/>
              </a:rPr>
              <a:t>Quality, security, and licensing diligence still apply to every line of generated code.</a:t>
            </a:r>
            <a:endParaRPr b="0" i="0" sz="1250" u="none" cap="none" strike="noStrike">
              <a:solidFill>
                <a:schemeClr val="dk1"/>
              </a:solidFill>
              <a:latin typeface="Calibri"/>
              <a:ea typeface="Calibri"/>
              <a:cs typeface="Calibri"/>
              <a:sym typeface="Calibri"/>
            </a:endParaRPr>
          </a:p>
        </p:txBody>
      </p:sp>
      <p:sp>
        <p:nvSpPr>
          <p:cNvPr id="558" name="Google Shape;558;g3e291eb4d72_8_221"/>
          <p:cNvSpPr/>
          <p:nvPr/>
        </p:nvSpPr>
        <p:spPr>
          <a:xfrm>
            <a:off x="566928" y="2971800"/>
            <a:ext cx="603600" cy="603600"/>
          </a:xfrm>
          <a:prstGeom prst="ellipse">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59" name="Google Shape;559;g3e291eb4d72_8_221"/>
          <p:cNvPicPr preferRelativeResize="0"/>
          <p:nvPr/>
        </p:nvPicPr>
        <p:blipFill rotWithShape="1">
          <a:blip r:embed="rId4">
            <a:alphaModFix/>
          </a:blip>
          <a:srcRect b="0" l="0" r="0" t="0"/>
          <a:stretch/>
        </p:blipFill>
        <p:spPr>
          <a:xfrm>
            <a:off x="713232" y="3127248"/>
            <a:ext cx="310896" cy="310896"/>
          </a:xfrm>
          <a:prstGeom prst="rect">
            <a:avLst/>
          </a:prstGeom>
          <a:noFill/>
          <a:ln>
            <a:noFill/>
          </a:ln>
        </p:spPr>
      </p:pic>
      <p:sp>
        <p:nvSpPr>
          <p:cNvPr id="560" name="Google Shape;560;g3e291eb4d72_8_221"/>
          <p:cNvSpPr/>
          <p:nvPr/>
        </p:nvSpPr>
        <p:spPr>
          <a:xfrm>
            <a:off x="1426464" y="2953512"/>
            <a:ext cx="9875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1D27"/>
              </a:buClr>
              <a:buSzPts val="1700"/>
              <a:buFont typeface="Arial"/>
              <a:buNone/>
            </a:pPr>
            <a:r>
              <a:rPr b="1" i="0" lang="en-US" sz="1700" u="none" cap="none" strike="noStrike">
                <a:solidFill>
                  <a:srgbClr val="8F1D27"/>
                </a:solidFill>
                <a:latin typeface="Arial"/>
                <a:ea typeface="Arial"/>
                <a:cs typeface="Arial"/>
                <a:sym typeface="Arial"/>
              </a:rPr>
              <a:t>Classify data, use approved tools</a:t>
            </a:r>
            <a:endParaRPr b="0" i="0" sz="1700" u="none" cap="none" strike="noStrike">
              <a:solidFill>
                <a:schemeClr val="dk1"/>
              </a:solidFill>
              <a:latin typeface="Calibri"/>
              <a:ea typeface="Calibri"/>
              <a:cs typeface="Calibri"/>
              <a:sym typeface="Calibri"/>
            </a:endParaRPr>
          </a:p>
        </p:txBody>
      </p:sp>
      <p:sp>
        <p:nvSpPr>
          <p:cNvPr id="561" name="Google Shape;561;g3e291eb4d72_8_221"/>
          <p:cNvSpPr/>
          <p:nvPr/>
        </p:nvSpPr>
        <p:spPr>
          <a:xfrm>
            <a:off x="1426464" y="3319272"/>
            <a:ext cx="9875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5C5C"/>
              </a:buClr>
              <a:buSzPts val="1250"/>
              <a:buFont typeface="Arial"/>
              <a:buNone/>
            </a:pPr>
            <a:r>
              <a:rPr b="0" i="0" lang="en-US" sz="1250" u="none" cap="none" strike="noStrike">
                <a:solidFill>
                  <a:srgbClr val="5C5C5C"/>
                </a:solidFill>
                <a:latin typeface="Arial"/>
                <a:ea typeface="Arial"/>
                <a:cs typeface="Arial"/>
                <a:sym typeface="Arial"/>
              </a:rPr>
              <a:t>Check sensitivity before external tools; reach for approved ai-accel access and mind the cost.</a:t>
            </a:r>
            <a:endParaRPr b="0" i="0" sz="1250" u="none" cap="none" strike="noStrike">
              <a:solidFill>
                <a:schemeClr val="dk1"/>
              </a:solidFill>
              <a:latin typeface="Calibri"/>
              <a:ea typeface="Calibri"/>
              <a:cs typeface="Calibri"/>
              <a:sym typeface="Calibri"/>
            </a:endParaRPr>
          </a:p>
        </p:txBody>
      </p:sp>
      <p:sp>
        <p:nvSpPr>
          <p:cNvPr id="562" name="Google Shape;562;g3e291eb4d72_8_221"/>
          <p:cNvSpPr/>
          <p:nvPr/>
        </p:nvSpPr>
        <p:spPr>
          <a:xfrm>
            <a:off x="566928" y="3977640"/>
            <a:ext cx="603600" cy="603600"/>
          </a:xfrm>
          <a:prstGeom prst="ellipse">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63" name="Google Shape;563;g3e291eb4d72_8_221"/>
          <p:cNvPicPr preferRelativeResize="0"/>
          <p:nvPr/>
        </p:nvPicPr>
        <p:blipFill rotWithShape="1">
          <a:blip r:embed="rId5">
            <a:alphaModFix/>
          </a:blip>
          <a:srcRect b="0" l="0" r="0" t="0"/>
          <a:stretch/>
        </p:blipFill>
        <p:spPr>
          <a:xfrm>
            <a:off x="713232" y="4133088"/>
            <a:ext cx="310896" cy="310896"/>
          </a:xfrm>
          <a:prstGeom prst="rect">
            <a:avLst/>
          </a:prstGeom>
          <a:noFill/>
          <a:ln>
            <a:noFill/>
          </a:ln>
        </p:spPr>
      </p:pic>
      <p:sp>
        <p:nvSpPr>
          <p:cNvPr id="564" name="Google Shape;564;g3e291eb4d72_8_221"/>
          <p:cNvSpPr/>
          <p:nvPr/>
        </p:nvSpPr>
        <p:spPr>
          <a:xfrm>
            <a:off x="1426464" y="3959352"/>
            <a:ext cx="9875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1D27"/>
              </a:buClr>
              <a:buSzPts val="1700"/>
              <a:buFont typeface="Arial"/>
              <a:buNone/>
            </a:pPr>
            <a:r>
              <a:rPr b="1" i="0" lang="en-US" sz="1700" u="none" cap="none" strike="noStrike">
                <a:solidFill>
                  <a:srgbClr val="8F1D27"/>
                </a:solidFill>
                <a:latin typeface="Arial"/>
                <a:ea typeface="Arial"/>
                <a:cs typeface="Arial"/>
                <a:sym typeface="Arial"/>
              </a:rPr>
              <a:t>Coordinate before you create</a:t>
            </a:r>
            <a:endParaRPr b="0" i="0" sz="1700" u="none" cap="none" strike="noStrike">
              <a:solidFill>
                <a:schemeClr val="dk1"/>
              </a:solidFill>
              <a:latin typeface="Calibri"/>
              <a:ea typeface="Calibri"/>
              <a:cs typeface="Calibri"/>
              <a:sym typeface="Calibri"/>
            </a:endParaRPr>
          </a:p>
        </p:txBody>
      </p:sp>
      <p:sp>
        <p:nvSpPr>
          <p:cNvPr id="565" name="Google Shape;565;g3e291eb4d72_8_221"/>
          <p:cNvSpPr/>
          <p:nvPr/>
        </p:nvSpPr>
        <p:spPr>
          <a:xfrm>
            <a:off x="1426464" y="4325112"/>
            <a:ext cx="9875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5C5C"/>
              </a:buClr>
              <a:buSzPts val="1250"/>
              <a:buFont typeface="Arial"/>
              <a:buNone/>
            </a:pPr>
            <a:r>
              <a:rPr b="0" i="0" lang="en-US" sz="1250" u="none" cap="none" strike="noStrike">
                <a:solidFill>
                  <a:srgbClr val="5C5C5C"/>
                </a:solidFill>
                <a:latin typeface="Arial"/>
                <a:ea typeface="Arial"/>
                <a:cs typeface="Arial"/>
                <a:sym typeface="Arial"/>
              </a:rPr>
              <a:t>Check with domain leaders, management, and ISDCI before starting new tools.</a:t>
            </a:r>
            <a:endParaRPr b="0" i="0" sz="1250" u="none" cap="none" strike="noStrike">
              <a:solidFill>
                <a:schemeClr val="dk1"/>
              </a:solidFill>
              <a:latin typeface="Calibri"/>
              <a:ea typeface="Calibri"/>
              <a:cs typeface="Calibri"/>
              <a:sym typeface="Calibri"/>
            </a:endParaRPr>
          </a:p>
        </p:txBody>
      </p:sp>
      <p:sp>
        <p:nvSpPr>
          <p:cNvPr id="566" name="Google Shape;566;g3e291eb4d72_8_221"/>
          <p:cNvSpPr/>
          <p:nvPr/>
        </p:nvSpPr>
        <p:spPr>
          <a:xfrm>
            <a:off x="566928" y="4983480"/>
            <a:ext cx="603600" cy="603600"/>
          </a:xfrm>
          <a:prstGeom prst="ellipse">
            <a:avLst/>
          </a:prstGeom>
          <a:solidFill>
            <a:srgbClr val="8F1D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67" name="Google Shape;567;g3e291eb4d72_8_221"/>
          <p:cNvPicPr preferRelativeResize="0"/>
          <p:nvPr/>
        </p:nvPicPr>
        <p:blipFill rotWithShape="1">
          <a:blip r:embed="rId6">
            <a:alphaModFix/>
          </a:blip>
          <a:srcRect b="0" l="0" r="0" t="0"/>
          <a:stretch/>
        </p:blipFill>
        <p:spPr>
          <a:xfrm>
            <a:off x="713232" y="5138928"/>
            <a:ext cx="310896" cy="310896"/>
          </a:xfrm>
          <a:prstGeom prst="rect">
            <a:avLst/>
          </a:prstGeom>
          <a:noFill/>
          <a:ln>
            <a:noFill/>
          </a:ln>
        </p:spPr>
      </p:pic>
      <p:sp>
        <p:nvSpPr>
          <p:cNvPr id="568" name="Google Shape;568;g3e291eb4d72_8_221"/>
          <p:cNvSpPr/>
          <p:nvPr/>
        </p:nvSpPr>
        <p:spPr>
          <a:xfrm>
            <a:off x="1426464" y="4965192"/>
            <a:ext cx="9875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1D27"/>
              </a:buClr>
              <a:buSzPts val="1700"/>
              <a:buFont typeface="Arial"/>
              <a:buNone/>
            </a:pPr>
            <a:r>
              <a:rPr b="1" i="0" lang="en-US" sz="1700" u="none" cap="none" strike="noStrike">
                <a:solidFill>
                  <a:srgbClr val="8F1D27"/>
                </a:solidFill>
                <a:latin typeface="Arial"/>
                <a:ea typeface="Arial"/>
                <a:cs typeface="Arial"/>
                <a:sym typeface="Arial"/>
              </a:rPr>
              <a:t>Engineering discipline holds</a:t>
            </a:r>
            <a:endParaRPr b="0" i="0" sz="1700" u="none" cap="none" strike="noStrike">
              <a:solidFill>
                <a:schemeClr val="dk1"/>
              </a:solidFill>
              <a:latin typeface="Calibri"/>
              <a:ea typeface="Calibri"/>
              <a:cs typeface="Calibri"/>
              <a:sym typeface="Calibri"/>
            </a:endParaRPr>
          </a:p>
        </p:txBody>
      </p:sp>
      <p:sp>
        <p:nvSpPr>
          <p:cNvPr id="569" name="Google Shape;569;g3e291eb4d72_8_221"/>
          <p:cNvSpPr/>
          <p:nvPr/>
        </p:nvSpPr>
        <p:spPr>
          <a:xfrm>
            <a:off x="1426464" y="5330952"/>
            <a:ext cx="98754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C5C5C"/>
              </a:buClr>
              <a:buSzPts val="1250"/>
              <a:buFont typeface="Arial"/>
              <a:buNone/>
            </a:pPr>
            <a:r>
              <a:rPr b="0" i="0" lang="en-US" sz="1250" u="none" cap="none" strike="noStrike">
                <a:solidFill>
                  <a:srgbClr val="5C5C5C"/>
                </a:solidFill>
                <a:latin typeface="Arial"/>
                <a:ea typeface="Arial"/>
                <a:cs typeface="Arial"/>
                <a:sym typeface="Arial"/>
              </a:rPr>
              <a:t>Requirements, trade-offs, architecture, interfaces, and ownership keep tools alive long-term.</a:t>
            </a:r>
            <a:endParaRPr b="0" i="0" sz="1250" u="none" cap="none" strike="noStrike">
              <a:solidFill>
                <a:schemeClr val="dk1"/>
              </a:solidFill>
              <a:latin typeface="Calibri"/>
              <a:ea typeface="Calibri"/>
              <a:cs typeface="Calibri"/>
              <a:sym typeface="Calibri"/>
            </a:endParaRPr>
          </a:p>
        </p:txBody>
      </p:sp>
      <p:sp>
        <p:nvSpPr>
          <p:cNvPr id="570" name="Google Shape;570;g3e291eb4d72_8_221"/>
          <p:cNvSpPr/>
          <p:nvPr/>
        </p:nvSpPr>
        <p:spPr>
          <a:xfrm>
            <a:off x="838190" y="5830100"/>
            <a:ext cx="10515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83E54"/>
              </a:buClr>
              <a:buSzPts val="1300"/>
              <a:buFont typeface="Arial"/>
              <a:buNone/>
            </a:pPr>
            <a:r>
              <a:rPr b="0" i="1" lang="en-US" sz="1300" u="none" cap="none" strike="noStrike">
                <a:solidFill>
                  <a:srgbClr val="A83E54"/>
                </a:solidFill>
                <a:latin typeface="Arial"/>
                <a:ea typeface="Arial"/>
                <a:cs typeface="Arial"/>
                <a:sym typeface="Arial"/>
              </a:rPr>
              <a:t>Not sure who </a:t>
            </a:r>
            <a:r>
              <a:rPr i="1" lang="en-US" sz="1300">
                <a:solidFill>
                  <a:srgbClr val="A83E54"/>
                </a:solidFill>
              </a:rPr>
              <a:t>leads development in a specific </a:t>
            </a:r>
            <a:r>
              <a:rPr b="0" i="1" lang="en-US" sz="1300" u="none" cap="none" strike="noStrike">
                <a:solidFill>
                  <a:srgbClr val="A83E54"/>
                </a:solidFill>
                <a:latin typeface="Arial"/>
                <a:ea typeface="Arial"/>
                <a:cs typeface="Arial"/>
                <a:sym typeface="Arial"/>
              </a:rPr>
              <a:t>area? The ISDCI </a:t>
            </a:r>
            <a:r>
              <a:rPr i="1" lang="en-US" sz="1300">
                <a:solidFill>
                  <a:srgbClr val="A83E54"/>
                </a:solidFill>
              </a:rPr>
              <a:t>team</a:t>
            </a:r>
            <a:r>
              <a:rPr b="0" i="1" lang="en-US" sz="1300" u="none" cap="none" strike="noStrike">
                <a:solidFill>
                  <a:srgbClr val="A83E54"/>
                </a:solidFill>
                <a:latin typeface="Arial"/>
                <a:ea typeface="Arial"/>
                <a:cs typeface="Arial"/>
                <a:sym typeface="Arial"/>
              </a:rPr>
              <a:t> list will name the leads</a:t>
            </a:r>
            <a:r>
              <a:rPr i="1" lang="en-US" sz="1300">
                <a:solidFill>
                  <a:srgbClr val="A83E54"/>
                </a:solidFill>
              </a:rPr>
              <a:t>. </a:t>
            </a:r>
            <a:r>
              <a:rPr b="0" i="1" lang="en-US" sz="1300" u="none" cap="none" strike="noStrike">
                <a:solidFill>
                  <a:srgbClr val="A83E54"/>
                </a:solidFill>
                <a:latin typeface="Arial"/>
                <a:ea typeface="Arial"/>
                <a:cs typeface="Arial"/>
                <a:sym typeface="Arial"/>
              </a:rPr>
              <a:t> </a:t>
            </a:r>
            <a:r>
              <a:rPr i="1" lang="en-US" sz="1300">
                <a:solidFill>
                  <a:srgbClr val="A83E54"/>
                </a:solidFill>
              </a:rPr>
              <a:t>C</a:t>
            </a:r>
            <a:r>
              <a:rPr b="0" i="1" lang="en-US" sz="1300" u="none" cap="none" strike="noStrike">
                <a:solidFill>
                  <a:srgbClr val="A83E54"/>
                </a:solidFill>
                <a:latin typeface="Arial"/>
                <a:ea typeface="Arial"/>
                <a:cs typeface="Arial"/>
                <a:sym typeface="Arial"/>
              </a:rPr>
              <a:t>heck with ISDCI before you start.</a:t>
            </a:r>
            <a:endParaRPr b="0" i="0" sz="1300" u="none" cap="none" strike="noStrike">
              <a:solidFill>
                <a:schemeClr val="dk1"/>
              </a:solidFill>
              <a:latin typeface="Calibri"/>
              <a:ea typeface="Calibri"/>
              <a:cs typeface="Calibri"/>
              <a:sym typeface="Calibri"/>
            </a:endParaRPr>
          </a:p>
        </p:txBody>
      </p:sp>
      <p:sp>
        <p:nvSpPr>
          <p:cNvPr id="571" name="Google Shape;571;g3e291eb4d72_8_221"/>
          <p:cNvSpPr/>
          <p:nvPr/>
        </p:nvSpPr>
        <p:spPr>
          <a:xfrm>
            <a:off x="11430000" y="6355080"/>
            <a:ext cx="457200" cy="310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C5C5C"/>
              </a:buClr>
              <a:buSzPts val="1200"/>
              <a:buFont typeface="Arial"/>
              <a:buNone/>
            </a:pPr>
            <a:r>
              <a:rPr b="0" i="0" lang="en-US" sz="1200" u="none" cap="none" strike="noStrike">
                <a:solidFill>
                  <a:srgbClr val="5C5C5C"/>
                </a:solidFill>
                <a:latin typeface="Arial"/>
                <a:ea typeface="Arial"/>
                <a:cs typeface="Arial"/>
                <a:sym typeface="Arial"/>
              </a:rPr>
              <a:t>7</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3"/>
          <p:cNvSpPr txBox="1"/>
          <p:nvPr>
            <p:ph type="title"/>
          </p:nvPr>
        </p:nvSpPr>
        <p:spPr>
          <a:xfrm>
            <a:off x="800100" y="2615992"/>
            <a:ext cx="10553700" cy="1213800"/>
          </a:xfrm>
          <a:prstGeom prst="rect">
            <a:avLst/>
          </a:prstGeom>
          <a:noFill/>
          <a:ln>
            <a:noFill/>
          </a:ln>
        </p:spPr>
        <p:txBody>
          <a:bodyPr anchorCtr="0" anchor="t" bIns="45700" lIns="0" spcFirstLastPara="1" rIns="91425" wrap="square" tIns="45700">
            <a:normAutofit/>
          </a:bodyPr>
          <a:lstStyle/>
          <a:p>
            <a:pPr indent="0" lvl="0" marL="0" rtl="0" algn="l">
              <a:lnSpc>
                <a:spcPct val="90000"/>
              </a:lnSpc>
              <a:spcBef>
                <a:spcPts val="0"/>
              </a:spcBef>
              <a:spcAft>
                <a:spcPts val="0"/>
              </a:spcAft>
              <a:buClr>
                <a:srgbClr val="8C1515"/>
              </a:buClr>
              <a:buSzPts val="3600"/>
              <a:buFont typeface="Lato"/>
              <a:buNone/>
            </a:pPr>
            <a:r>
              <a:rPr lang="en-US"/>
              <a:t>Original Slides Follow</a:t>
            </a:r>
            <a:endParaRPr/>
          </a:p>
        </p:txBody>
      </p:sp>
      <p:sp>
        <p:nvSpPr>
          <p:cNvPr id="577" name="Google Shape;577;p3"/>
          <p:cNvSpPr txBox="1"/>
          <p:nvPr>
            <p:ph idx="12" type="sldNum"/>
          </p:nvPr>
        </p:nvSpPr>
        <p:spPr>
          <a:xfrm>
            <a:off x="8610600" y="6282824"/>
            <a:ext cx="2743200" cy="365100"/>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g3e26d8eb961_2_7"/>
          <p:cNvSpPr txBox="1"/>
          <p:nvPr>
            <p:ph type="title"/>
          </p:nvPr>
        </p:nvSpPr>
        <p:spPr>
          <a:xfrm>
            <a:off x="800100" y="266701"/>
            <a:ext cx="10553700" cy="632100"/>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Introduction</a:t>
            </a:r>
            <a:endParaRPr/>
          </a:p>
        </p:txBody>
      </p:sp>
      <p:sp>
        <p:nvSpPr>
          <p:cNvPr id="583" name="Google Shape;583;g3e26d8eb961_2_7"/>
          <p:cNvSpPr txBox="1"/>
          <p:nvPr>
            <p:ph idx="2" type="body"/>
          </p:nvPr>
        </p:nvSpPr>
        <p:spPr>
          <a:xfrm>
            <a:off x="800100" y="1051904"/>
            <a:ext cx="10553700" cy="5006100"/>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lang="en-US">
                <a:latin typeface="Lato"/>
                <a:ea typeface="Lato"/>
                <a:cs typeface="Lato"/>
                <a:sym typeface="Lato"/>
              </a:rPr>
              <a:t>Recent advances in </a:t>
            </a:r>
            <a:r>
              <a:rPr b="1" lang="en-US">
                <a:latin typeface="Lato"/>
                <a:ea typeface="Lato"/>
                <a:cs typeface="Lato"/>
                <a:sym typeface="Lato"/>
              </a:rPr>
              <a:t>generative</a:t>
            </a:r>
            <a:r>
              <a:rPr lang="en-US">
                <a:latin typeface="Lato"/>
                <a:ea typeface="Lato"/>
                <a:cs typeface="Lato"/>
                <a:sym typeface="Lato"/>
              </a:rPr>
              <a:t> and </a:t>
            </a:r>
            <a:r>
              <a:rPr b="1" lang="en-US">
                <a:latin typeface="Lato"/>
                <a:ea typeface="Lato"/>
                <a:cs typeface="Lato"/>
                <a:sym typeface="Lato"/>
              </a:rPr>
              <a:t>agentic AI</a:t>
            </a:r>
            <a:r>
              <a:rPr lang="en-US">
                <a:latin typeface="Lato"/>
                <a:ea typeface="Lato"/>
                <a:cs typeface="Lato"/>
                <a:sym typeface="Lato"/>
              </a:rPr>
              <a:t> are transforming how software is developed, tested, and deployed in scientific computing.</a:t>
            </a:r>
            <a:endParaRPr/>
          </a:p>
          <a:p>
            <a:pPr indent="-285750" lvl="0" marL="285750" rtl="0" algn="l">
              <a:lnSpc>
                <a:spcPct val="120000"/>
              </a:lnSpc>
              <a:spcBef>
                <a:spcPts val="1000"/>
              </a:spcBef>
              <a:spcAft>
                <a:spcPts val="0"/>
              </a:spcAft>
              <a:buSzPts val="1600"/>
              <a:buFont typeface="Arial"/>
              <a:buChar char="•"/>
            </a:pPr>
            <a:r>
              <a:rPr lang="en-US">
                <a:latin typeface="Lato"/>
                <a:ea typeface="Lato"/>
                <a:cs typeface="Lato"/>
                <a:sym typeface="Lato"/>
              </a:rPr>
              <a:t>At SLAC, these technologies are being adopted with a focus on </a:t>
            </a:r>
            <a:r>
              <a:rPr b="1" lang="en-US">
                <a:latin typeface="Lato"/>
                <a:ea typeface="Lato"/>
                <a:cs typeface="Lato"/>
                <a:sym typeface="Lato"/>
              </a:rPr>
              <a:t>security, policy compliance, and operational reliability</a:t>
            </a:r>
            <a:r>
              <a:rPr lang="en-US">
                <a:latin typeface="Lato"/>
                <a:ea typeface="Lato"/>
                <a:cs typeface="Lato"/>
                <a:sym typeface="Lato"/>
              </a:rPr>
              <a:t>, especially within EPICS control systems and the S3DF ecosystem.</a:t>
            </a:r>
            <a:endParaRPr/>
          </a:p>
          <a:p>
            <a:pPr indent="-285750" lvl="0" marL="285750" rtl="0" algn="l">
              <a:lnSpc>
                <a:spcPct val="120000"/>
              </a:lnSpc>
              <a:spcBef>
                <a:spcPts val="1000"/>
              </a:spcBef>
              <a:spcAft>
                <a:spcPts val="0"/>
              </a:spcAft>
              <a:buSzPts val="1600"/>
              <a:buFont typeface="Arial"/>
              <a:buChar char="•"/>
            </a:pPr>
            <a:r>
              <a:rPr lang="en-US">
                <a:latin typeface="Lato"/>
                <a:ea typeface="Lato"/>
                <a:cs typeface="Lato"/>
                <a:sym typeface="Lato"/>
              </a:rPr>
              <a:t>This seminar provides a </a:t>
            </a:r>
            <a:r>
              <a:rPr b="1" lang="en-US">
                <a:latin typeface="Lato"/>
                <a:ea typeface="Lato"/>
                <a:cs typeface="Lato"/>
                <a:sym typeface="Lato"/>
              </a:rPr>
              <a:t>practical, end-to-end view of real AI workflows used by SLAC engineers, covering policy, implementation, and future capabilities</a:t>
            </a:r>
            <a:r>
              <a:rPr lang="en-US">
                <a:latin typeface="Lato"/>
                <a:ea typeface="Lato"/>
                <a:cs typeface="Lato"/>
                <a:sym typeface="Lato"/>
              </a:rPr>
              <a:t> across three sessions.</a:t>
            </a:r>
            <a:endParaRPr/>
          </a:p>
          <a:p>
            <a:pPr indent="-285750" lvl="0" marL="285750" rtl="0" algn="l">
              <a:lnSpc>
                <a:spcPct val="120000"/>
              </a:lnSpc>
              <a:spcBef>
                <a:spcPts val="1000"/>
              </a:spcBef>
              <a:spcAft>
                <a:spcPts val="0"/>
              </a:spcAft>
              <a:buSzPts val="1600"/>
              <a:buFont typeface="Arial"/>
              <a:buChar char="•"/>
            </a:pPr>
            <a:r>
              <a:rPr b="1" lang="en-US">
                <a:latin typeface="Lato"/>
                <a:ea typeface="Lato"/>
                <a:cs typeface="Lato"/>
                <a:sym typeface="Lato"/>
              </a:rPr>
              <a:t>Generative AI</a:t>
            </a:r>
            <a:r>
              <a:rPr lang="en-US">
                <a:latin typeface="Lato"/>
                <a:ea typeface="Lato"/>
                <a:cs typeface="Lato"/>
                <a:sym typeface="Lato"/>
              </a:rPr>
              <a:t>: Creates new content (text, code, images) from learned patterns</a:t>
            </a:r>
            <a:endParaRPr/>
          </a:p>
          <a:p>
            <a:pPr indent="-285750" lvl="0" marL="285750" rtl="0" algn="l">
              <a:lnSpc>
                <a:spcPct val="120000"/>
              </a:lnSpc>
              <a:spcBef>
                <a:spcPts val="1000"/>
              </a:spcBef>
              <a:spcAft>
                <a:spcPts val="0"/>
              </a:spcAft>
              <a:buSzPts val="1600"/>
              <a:buFont typeface="Arial"/>
              <a:buChar char="•"/>
            </a:pPr>
            <a:r>
              <a:rPr b="1" lang="en-US"/>
              <a:t>Agentic AI</a:t>
            </a:r>
            <a:r>
              <a:rPr lang="en-US"/>
              <a:t>: Acts autonomously to plan, reason, and achieve goals with minimal human input</a:t>
            </a:r>
            <a:endParaRPr/>
          </a:p>
        </p:txBody>
      </p:sp>
      <p:sp>
        <p:nvSpPr>
          <p:cNvPr id="584" name="Google Shape;584;g3e26d8eb961_2_7"/>
          <p:cNvSpPr txBox="1"/>
          <p:nvPr>
            <p:ph idx="12" type="sldNum"/>
          </p:nvPr>
        </p:nvSpPr>
        <p:spPr>
          <a:xfrm>
            <a:off x="8610600" y="6282824"/>
            <a:ext cx="2743200" cy="365100"/>
          </a:xfrm>
          <a:prstGeom prst="rect">
            <a:avLst/>
          </a:prstGeom>
          <a:noFill/>
          <a:ln>
            <a:noFill/>
          </a:ln>
        </p:spPr>
        <p:txBody>
          <a:bodyPr anchorCtr="0" anchor="ctr" bIns="45700" lIns="91425"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
          <p:cNvSpPr txBox="1"/>
          <p:nvPr>
            <p:ph idx="1" type="body"/>
          </p:nvPr>
        </p:nvSpPr>
        <p:spPr>
          <a:xfrm>
            <a:off x="800100" y="638271"/>
            <a:ext cx="8441700" cy="2265300"/>
          </a:xfrm>
          <a:prstGeom prst="rect">
            <a:avLst/>
          </a:prstGeom>
          <a:noFill/>
          <a:ln>
            <a:noFill/>
          </a:ln>
        </p:spPr>
        <p:txBody>
          <a:bodyPr anchorCtr="0" anchor="b" bIns="45700" lIns="0" spcFirstLastPara="1" rIns="91425" wrap="square" tIns="45700">
            <a:normAutofit/>
          </a:bodyPr>
          <a:lstStyle/>
          <a:p>
            <a:pPr indent="0" lvl="0" marL="0" rtl="0" algn="l">
              <a:lnSpc>
                <a:spcPct val="100000"/>
              </a:lnSpc>
              <a:spcBef>
                <a:spcPts val="0"/>
              </a:spcBef>
              <a:spcAft>
                <a:spcPts val="0"/>
              </a:spcAft>
              <a:buClr>
                <a:srgbClr val="8C1515"/>
              </a:buClr>
              <a:buSzPts val="4400"/>
              <a:buFont typeface="Lato"/>
              <a:buNone/>
            </a:pPr>
            <a:r>
              <a:rPr lang="en-US" sz="4400"/>
              <a:t>SLAC Policies on Generative AI &amp; Using GitHub Copilot in VS Code</a:t>
            </a:r>
            <a:endParaRPr/>
          </a:p>
        </p:txBody>
      </p:sp>
      <p:sp>
        <p:nvSpPr>
          <p:cNvPr id="590" name="Google Shape;590;p5"/>
          <p:cNvSpPr txBox="1"/>
          <p:nvPr>
            <p:ph idx="3" type="body"/>
          </p:nvPr>
        </p:nvSpPr>
        <p:spPr>
          <a:xfrm>
            <a:off x="800100" y="3836713"/>
            <a:ext cx="6553200" cy="416400"/>
          </a:xfrm>
          <a:prstGeom prst="rect">
            <a:avLst/>
          </a:prstGeom>
          <a:noFill/>
          <a:ln>
            <a:noFill/>
          </a:ln>
        </p:spPr>
        <p:txBody>
          <a:bodyPr anchorCtr="0" anchor="t" bIns="45700" lIns="0" spcFirstLastPara="1" rIns="91425" wrap="square" tIns="45700">
            <a:noAutofit/>
          </a:bodyPr>
          <a:lstStyle/>
          <a:p>
            <a:pPr indent="0" lvl="0" marL="0" rtl="0" algn="l">
              <a:lnSpc>
                <a:spcPct val="100000"/>
              </a:lnSpc>
              <a:spcBef>
                <a:spcPts val="0"/>
              </a:spcBef>
              <a:spcAft>
                <a:spcPts val="0"/>
              </a:spcAft>
              <a:buClr>
                <a:srgbClr val="3F3F3F"/>
              </a:buClr>
              <a:buSzPts val="1800"/>
              <a:buFont typeface="Lato"/>
              <a:buNone/>
            </a:pPr>
            <a:r>
              <a:rPr lang="en-US"/>
              <a:t>Kuktae Kim</a:t>
            </a:r>
            <a:endParaRPr/>
          </a:p>
        </p:txBody>
      </p:sp>
      <p:sp>
        <p:nvSpPr>
          <p:cNvPr id="591" name="Google Shape;591;p5"/>
          <p:cNvSpPr txBox="1"/>
          <p:nvPr>
            <p:ph idx="4" type="body"/>
          </p:nvPr>
        </p:nvSpPr>
        <p:spPr>
          <a:xfrm>
            <a:off x="800100" y="4260940"/>
            <a:ext cx="6553200" cy="416400"/>
          </a:xfrm>
          <a:prstGeom prst="rect">
            <a:avLst/>
          </a:prstGeom>
          <a:noFill/>
          <a:ln>
            <a:noFill/>
          </a:ln>
        </p:spPr>
        <p:txBody>
          <a:bodyPr anchorCtr="0" anchor="t" bIns="45700" lIns="0" spcFirstLastPara="1" rIns="91425" wrap="square" tIns="45700">
            <a:noAutofit/>
          </a:bodyPr>
          <a:lstStyle/>
          <a:p>
            <a:pPr indent="0" lvl="0" marL="0" rtl="0" algn="l">
              <a:lnSpc>
                <a:spcPct val="100000"/>
              </a:lnSpc>
              <a:spcBef>
                <a:spcPts val="0"/>
              </a:spcBef>
              <a:spcAft>
                <a:spcPts val="0"/>
              </a:spcAft>
              <a:buClr>
                <a:srgbClr val="3F3F3F"/>
              </a:buClr>
              <a:buSzPts val="1800"/>
              <a:buFont typeface="Lato"/>
              <a:buNone/>
            </a:pPr>
            <a:r>
              <a:rPr lang="en-US"/>
              <a:t>TID-ID-ADS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6"/>
          <p:cNvSpPr txBox="1"/>
          <p:nvPr>
            <p:ph type="title"/>
          </p:nvPr>
        </p:nvSpPr>
        <p:spPr>
          <a:xfrm>
            <a:off x="800100" y="2615992"/>
            <a:ext cx="10553700" cy="1213800"/>
          </a:xfrm>
          <a:prstGeom prst="rect">
            <a:avLst/>
          </a:prstGeom>
          <a:noFill/>
          <a:ln>
            <a:noFill/>
          </a:ln>
        </p:spPr>
        <p:txBody>
          <a:bodyPr anchorCtr="0" anchor="t" bIns="45700" lIns="0" spcFirstLastPara="1" rIns="91425" wrap="square" tIns="45700">
            <a:normAutofit/>
          </a:bodyPr>
          <a:lstStyle/>
          <a:p>
            <a:pPr indent="0" lvl="0" marL="0" rtl="0" algn="l">
              <a:lnSpc>
                <a:spcPct val="90000"/>
              </a:lnSpc>
              <a:spcBef>
                <a:spcPts val="0"/>
              </a:spcBef>
              <a:spcAft>
                <a:spcPts val="0"/>
              </a:spcAft>
              <a:buClr>
                <a:srgbClr val="8C1515"/>
              </a:buClr>
              <a:buSzPts val="3600"/>
              <a:buFont typeface="Lato"/>
              <a:buNone/>
            </a:pPr>
            <a:r>
              <a:rPr lang="en-US"/>
              <a:t>SLAC Policies on Generative AI Tools</a:t>
            </a:r>
            <a:endParaRPr/>
          </a:p>
        </p:txBody>
      </p:sp>
      <p:sp>
        <p:nvSpPr>
          <p:cNvPr id="597" name="Google Shape;597;p6"/>
          <p:cNvSpPr txBox="1"/>
          <p:nvPr>
            <p:ph idx="1" type="body"/>
          </p:nvPr>
        </p:nvSpPr>
        <p:spPr>
          <a:xfrm>
            <a:off x="800100" y="1273091"/>
            <a:ext cx="1460700" cy="1242900"/>
          </a:xfrm>
          <a:prstGeom prst="rect">
            <a:avLst/>
          </a:prstGeom>
          <a:noFill/>
          <a:ln>
            <a:noFill/>
          </a:ln>
        </p:spPr>
        <p:txBody>
          <a:bodyPr anchorCtr="0" anchor="b" bIns="45700" lIns="0" spcFirstLastPara="1" rIns="91425" wrap="square" tIns="45700">
            <a:normAutofit/>
          </a:bodyPr>
          <a:lstStyle/>
          <a:p>
            <a:pPr indent="0" lvl="0" marL="0" rtl="0" algn="l">
              <a:lnSpc>
                <a:spcPct val="120000"/>
              </a:lnSpc>
              <a:spcBef>
                <a:spcPts val="0"/>
              </a:spcBef>
              <a:spcAft>
                <a:spcPts val="0"/>
              </a:spcAft>
              <a:buSzPts val="6000"/>
              <a:buFont typeface="Lato"/>
              <a:buNone/>
            </a:pPr>
            <a:r>
              <a:rPr lang="en-US"/>
              <a:t>1</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g3e26d8eb961_2_189"/>
          <p:cNvSpPr txBox="1"/>
          <p:nvPr>
            <p:ph type="title"/>
          </p:nvPr>
        </p:nvSpPr>
        <p:spPr>
          <a:xfrm>
            <a:off x="800100" y="266701"/>
            <a:ext cx="10553700" cy="632100"/>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The Golden Rule: Data Classification</a:t>
            </a:r>
            <a:endParaRPr/>
          </a:p>
        </p:txBody>
      </p:sp>
      <p:sp>
        <p:nvSpPr>
          <p:cNvPr id="603" name="Google Shape;603;g3e26d8eb961_2_189"/>
          <p:cNvSpPr txBox="1"/>
          <p:nvPr>
            <p:ph idx="2" type="body"/>
          </p:nvPr>
        </p:nvSpPr>
        <p:spPr>
          <a:xfrm>
            <a:off x="800100" y="1127531"/>
            <a:ext cx="10553700" cy="4930500"/>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b="1" lang="en-US">
                <a:latin typeface="Lato"/>
                <a:ea typeface="Lato"/>
                <a:cs typeface="Lato"/>
                <a:sym typeface="Lato"/>
              </a:rPr>
              <a:t>Public Data (</a:t>
            </a:r>
            <a:r>
              <a:rPr b="1" lang="en-US"/>
              <a:t>including Open Source)</a:t>
            </a:r>
            <a:r>
              <a:rPr lang="en-US">
                <a:latin typeface="Lato"/>
                <a:ea typeface="Lato"/>
                <a:cs typeface="Lato"/>
                <a:sym typeface="Lato"/>
              </a:rPr>
              <a:t>: Safe to use in public tools (e.g., standard ChatGPT, Gemini, Claude).</a:t>
            </a:r>
            <a:endParaRPr/>
          </a:p>
          <a:p>
            <a:pPr indent="-285750" lvl="0" marL="285750" rtl="0" algn="l">
              <a:lnSpc>
                <a:spcPct val="120000"/>
              </a:lnSpc>
              <a:spcBef>
                <a:spcPts val="1000"/>
              </a:spcBef>
              <a:spcAft>
                <a:spcPts val="0"/>
              </a:spcAft>
              <a:buSzPts val="1600"/>
              <a:buFont typeface="Arial"/>
              <a:buChar char="•"/>
            </a:pPr>
            <a:r>
              <a:rPr b="1" lang="en-US"/>
              <a:t>Internal/Proprietary Data</a:t>
            </a:r>
            <a:r>
              <a:rPr lang="en-US"/>
              <a:t>: </a:t>
            </a:r>
            <a:r>
              <a:rPr b="1" lang="en-US"/>
              <a:t>NEVER</a:t>
            </a:r>
            <a:r>
              <a:rPr lang="en-US"/>
              <a:t> put this into public GenAI tools.</a:t>
            </a:r>
            <a:endParaRPr/>
          </a:p>
          <a:p>
            <a:pPr indent="-285750" lvl="0" marL="285750" rtl="0" algn="l">
              <a:lnSpc>
                <a:spcPct val="120000"/>
              </a:lnSpc>
              <a:spcBef>
                <a:spcPts val="1000"/>
              </a:spcBef>
              <a:spcAft>
                <a:spcPts val="0"/>
              </a:spcAft>
              <a:buSzPts val="1600"/>
              <a:buFont typeface="Arial"/>
              <a:buChar char="•"/>
            </a:pPr>
            <a:r>
              <a:rPr b="1" lang="en-US">
                <a:latin typeface="Lato"/>
                <a:ea typeface="Lato"/>
                <a:cs typeface="Lato"/>
                <a:sym typeface="Lato"/>
              </a:rPr>
              <a:t>Sensitive/High-Risk Data</a:t>
            </a:r>
            <a:r>
              <a:rPr lang="en-US">
                <a:latin typeface="Lato"/>
                <a:ea typeface="Lato"/>
                <a:cs typeface="Lato"/>
                <a:sym typeface="Lato"/>
              </a:rPr>
              <a:t>: Only use SLAC-approved, private instances (e.g., S</a:t>
            </a:r>
            <a:r>
              <a:rPr lang="en-US"/>
              <a:t>LAC</a:t>
            </a:r>
            <a:r>
              <a:rPr lang="en-US">
                <a:latin typeface="Lato"/>
                <a:ea typeface="Lato"/>
                <a:cs typeface="Lato"/>
                <a:sym typeface="Lato"/>
              </a:rPr>
              <a:t> AI </a:t>
            </a:r>
            <a:r>
              <a:rPr lang="en-US"/>
              <a:t>Accelerator</a:t>
            </a:r>
            <a:r>
              <a:rPr lang="en-US">
                <a:latin typeface="Lato"/>
                <a:ea typeface="Lato"/>
                <a:cs typeface="Lato"/>
                <a:sym typeface="Lato"/>
              </a:rPr>
              <a:t>, GitHub Copilot).</a:t>
            </a:r>
            <a:endParaRPr/>
          </a:p>
          <a:p>
            <a:pPr indent="-285750" lvl="0" marL="285750" rtl="0" algn="l">
              <a:lnSpc>
                <a:spcPct val="120000"/>
              </a:lnSpc>
              <a:spcBef>
                <a:spcPts val="1000"/>
              </a:spcBef>
              <a:spcAft>
                <a:spcPts val="0"/>
              </a:spcAft>
              <a:buSzPts val="1600"/>
              <a:buFont typeface="Arial"/>
              <a:buChar char="•"/>
            </a:pPr>
            <a:r>
              <a:rPr lang="en-US">
                <a:latin typeface="Lato"/>
                <a:ea typeface="Lato"/>
                <a:cs typeface="Lato"/>
                <a:sym typeface="Lato"/>
              </a:rPr>
              <a:t>Personal computers are only allowed to use </a:t>
            </a:r>
            <a:r>
              <a:rPr b="1" lang="en-US">
                <a:latin typeface="Lato"/>
                <a:ea typeface="Lato"/>
                <a:cs typeface="Lato"/>
                <a:sym typeface="Lato"/>
              </a:rPr>
              <a:t>incidentally</a:t>
            </a:r>
            <a:r>
              <a:rPr lang="en-US">
                <a:latin typeface="Lato"/>
                <a:ea typeface="Lato"/>
                <a:cs typeface="Lato"/>
                <a:sym typeface="Lato"/>
              </a:rPr>
              <a:t> for work purposes.</a:t>
            </a:r>
            <a:endParaRPr/>
          </a:p>
          <a:p>
            <a:pPr indent="-285750" lvl="0" marL="285750" rtl="0" algn="l">
              <a:lnSpc>
                <a:spcPct val="120000"/>
              </a:lnSpc>
              <a:spcBef>
                <a:spcPts val="1000"/>
              </a:spcBef>
              <a:spcAft>
                <a:spcPts val="0"/>
              </a:spcAft>
              <a:buSzPts val="1600"/>
              <a:buFont typeface="Arial"/>
              <a:buChar char="•"/>
            </a:pPr>
            <a:r>
              <a:rPr lang="en-US">
                <a:latin typeface="Lato"/>
                <a:ea typeface="Lato"/>
                <a:cs typeface="Lato"/>
                <a:sym typeface="Lato"/>
              </a:rPr>
              <a:t>Check </a:t>
            </a:r>
            <a:r>
              <a:rPr b="1" lang="en-US">
                <a:latin typeface="Lato"/>
                <a:ea typeface="Lato"/>
                <a:cs typeface="Lato"/>
                <a:sym typeface="Lato"/>
              </a:rPr>
              <a:t>banned hardware and software</a:t>
            </a:r>
            <a:r>
              <a:rPr lang="en-US">
                <a:latin typeface="Lato"/>
                <a:ea typeface="Lato"/>
                <a:cs typeface="Lato"/>
                <a:sym typeface="Lato"/>
              </a:rPr>
              <a:t> lists</a:t>
            </a:r>
            <a:endParaRPr/>
          </a:p>
          <a:p>
            <a:pPr indent="-285750" lvl="0" marL="285750" rtl="0" algn="l">
              <a:lnSpc>
                <a:spcPct val="120000"/>
              </a:lnSpc>
              <a:spcBef>
                <a:spcPts val="1000"/>
              </a:spcBef>
              <a:spcAft>
                <a:spcPts val="0"/>
              </a:spcAft>
              <a:buSzPts val="1600"/>
              <a:buFont typeface="Arial"/>
              <a:buChar char="•"/>
            </a:pPr>
            <a:r>
              <a:rPr b="1" lang="en-US">
                <a:latin typeface="Lato"/>
                <a:ea typeface="Lato"/>
                <a:cs typeface="Lato"/>
                <a:sym typeface="Lato"/>
              </a:rPr>
              <a:t>Warning</a:t>
            </a:r>
            <a:r>
              <a:rPr lang="en-US">
                <a:latin typeface="Lato"/>
                <a:ea typeface="Lato"/>
                <a:cs typeface="Lato"/>
                <a:sym typeface="Lato"/>
              </a:rPr>
              <a:t>: Most public tools "learn" from your prompts. Once you hit "Enter," that code snippet is no longer private.</a:t>
            </a:r>
            <a:endParaRPr/>
          </a:p>
        </p:txBody>
      </p:sp>
      <p:sp>
        <p:nvSpPr>
          <p:cNvPr id="604" name="Google Shape;604;g3e26d8eb961_2_189"/>
          <p:cNvSpPr txBox="1"/>
          <p:nvPr>
            <p:ph idx="12" type="sldNum"/>
          </p:nvPr>
        </p:nvSpPr>
        <p:spPr>
          <a:xfrm>
            <a:off x="8610600" y="6282824"/>
            <a:ext cx="2743200" cy="365100"/>
          </a:xfrm>
          <a:prstGeom prst="rect">
            <a:avLst/>
          </a:prstGeom>
          <a:noFill/>
          <a:ln>
            <a:noFill/>
          </a:ln>
        </p:spPr>
        <p:txBody>
          <a:bodyPr anchorCtr="0" anchor="ctr" bIns="45700" lIns="91425"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8"/>
          <p:cNvSpPr txBox="1"/>
          <p:nvPr>
            <p:ph type="title"/>
          </p:nvPr>
        </p:nvSpPr>
        <p:spPr>
          <a:xfrm>
            <a:off x="800100" y="266701"/>
            <a:ext cx="10553700" cy="632152"/>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extLst>
                  <a:ext uri="http://customooxmlschemas.google.com/">
                    <go:slidesCustomData xmlns:go="http://customooxmlschemas.google.com/" textRoundtripDataId="0"/>
                  </a:ext>
                </a:extLst>
              </a:rPr>
              <a:t>Approved generative AI tools for SLAC (1)</a:t>
            </a:r>
            <a:endParaRPr/>
          </a:p>
        </p:txBody>
      </p:sp>
      <p:graphicFrame>
        <p:nvGraphicFramePr>
          <p:cNvPr id="610" name="Google Shape;610;p8"/>
          <p:cNvGraphicFramePr/>
          <p:nvPr/>
        </p:nvGraphicFramePr>
        <p:xfrm>
          <a:off x="800100" y="1065238"/>
          <a:ext cx="3000000" cy="3000000"/>
        </p:xfrm>
        <a:graphic>
          <a:graphicData uri="http://schemas.openxmlformats.org/drawingml/2006/table">
            <a:tbl>
              <a:tblPr bandRow="1" firstRow="1">
                <a:noFill/>
                <a:tableStyleId>{40E04851-F2F6-4310-837F-7F7817371104}</a:tableStyleId>
              </a:tblPr>
              <a:tblGrid>
                <a:gridCol w="2083250"/>
                <a:gridCol w="3331375"/>
                <a:gridCol w="5139050"/>
              </a:tblGrid>
              <a:tr h="170600">
                <a:tc>
                  <a:txBody>
                    <a:bodyPr/>
                    <a:lstStyle/>
                    <a:p>
                      <a:pPr indent="0" lvl="0" marL="0" marR="0" rtl="0" algn="ctr">
                        <a:spcBef>
                          <a:spcPts val="0"/>
                        </a:spcBef>
                        <a:spcAft>
                          <a:spcPts val="0"/>
                        </a:spcAft>
                        <a:buNone/>
                      </a:pPr>
                      <a:r>
                        <a:rPr lang="en-US" sz="1600" u="none" cap="none" strike="noStrike"/>
                        <a:t>AI Tools</a:t>
                      </a:r>
                      <a:endParaRPr/>
                    </a:p>
                  </a:txBody>
                  <a:tcPr marT="45725" marB="45725" marR="91450" marL="91450" anchor="ctr"/>
                </a:tc>
                <a:tc>
                  <a:txBody>
                    <a:bodyPr/>
                    <a:lstStyle/>
                    <a:p>
                      <a:pPr indent="0" lvl="0" marL="0" marR="0" rtl="0" algn="ctr">
                        <a:spcBef>
                          <a:spcPts val="0"/>
                        </a:spcBef>
                        <a:spcAft>
                          <a:spcPts val="0"/>
                        </a:spcAft>
                        <a:buNone/>
                      </a:pPr>
                      <a:r>
                        <a:rPr lang="en-US" sz="1600" u="none" cap="none" strike="noStrike"/>
                        <a:t>Approved For</a:t>
                      </a:r>
                      <a:endParaRPr/>
                    </a:p>
                  </a:txBody>
                  <a:tcPr marT="45725" marB="45725" marR="91450" marL="91450" anchor="ctr"/>
                </a:tc>
                <a:tc>
                  <a:txBody>
                    <a:bodyPr/>
                    <a:lstStyle/>
                    <a:p>
                      <a:pPr indent="0" lvl="0" marL="0" marR="0" rtl="0" algn="ctr">
                        <a:spcBef>
                          <a:spcPts val="0"/>
                        </a:spcBef>
                        <a:spcAft>
                          <a:spcPts val="0"/>
                        </a:spcAft>
                        <a:buNone/>
                      </a:pPr>
                      <a:r>
                        <a:rPr lang="en-US" sz="1600" u="none" cap="none" strike="noStrike"/>
                        <a:t>Not Approved For</a:t>
                      </a:r>
                      <a:endParaRPr/>
                    </a:p>
                  </a:txBody>
                  <a:tcPr marT="45725" marB="45725" marR="91450" marL="91450" anchor="ctr"/>
                </a:tc>
              </a:tr>
              <a:tr h="887125">
                <a:tc>
                  <a:txBody>
                    <a:bodyPr/>
                    <a:lstStyle/>
                    <a:p>
                      <a:pPr indent="0" lvl="0" marL="0" marR="0" rtl="0" algn="l">
                        <a:spcBef>
                          <a:spcPts val="0"/>
                        </a:spcBef>
                        <a:spcAft>
                          <a:spcPts val="0"/>
                        </a:spcAft>
                        <a:buNone/>
                      </a:pPr>
                      <a:r>
                        <a:rPr lang="en-US" sz="1600" u="none" cap="none" strike="noStrike"/>
                        <a:t>GitHub Copilot</a:t>
                      </a:r>
                      <a:endParaRPr/>
                    </a:p>
                  </a:txBody>
                  <a:tcPr marT="45725" marB="45725" marR="91450" marL="91450" anchor="ctr"/>
                </a:tc>
                <a:tc>
                  <a:txBody>
                    <a:bodyPr/>
                    <a:lstStyle/>
                    <a:p>
                      <a:pPr indent="0" lvl="0" marL="0" marR="0" rtl="0" algn="l">
                        <a:spcBef>
                          <a:spcPts val="0"/>
                        </a:spcBef>
                        <a:spcAft>
                          <a:spcPts val="0"/>
                        </a:spcAft>
                        <a:buNone/>
                      </a:pPr>
                      <a:r>
                        <a:rPr lang="en-US" sz="1600"/>
                        <a:t>Development and coding activities using SLAC-provided licenses on SLAC managed systems.</a:t>
                      </a:r>
                      <a:endParaRPr/>
                    </a:p>
                  </a:txBody>
                  <a:tcPr marT="45725" marB="45725" marR="91450" marL="91450" anchor="ctr"/>
                </a:tc>
                <a:tc>
                  <a:txBody>
                    <a:bodyPr/>
                    <a:lstStyle/>
                    <a:p>
                      <a:pPr indent="0" lvl="0" marL="0" marR="0" rtl="0" algn="l">
                        <a:spcBef>
                          <a:spcPts val="0"/>
                        </a:spcBef>
                        <a:spcAft>
                          <a:spcPts val="0"/>
                        </a:spcAft>
                        <a:buNone/>
                      </a:pPr>
                      <a:r>
                        <a:rPr lang="en-US" sz="1600"/>
                        <a:t>Use on personally owned or non-centrally managed SLAC systems.</a:t>
                      </a:r>
                      <a:endParaRPr/>
                    </a:p>
                    <a:p>
                      <a:pPr indent="0" lvl="0" marL="0" marR="0" rtl="0" algn="l">
                        <a:spcBef>
                          <a:spcPts val="0"/>
                        </a:spcBef>
                        <a:spcAft>
                          <a:spcPts val="0"/>
                        </a:spcAft>
                        <a:buNone/>
                      </a:pPr>
                      <a:r>
                        <a:rPr lang="en-US" sz="1600"/>
                        <a:t>Use with a GitHub account not associated with a SLAC identity or for a repo not managed/owned by SLAC.</a:t>
                      </a:r>
                      <a:endParaRPr/>
                    </a:p>
                    <a:p>
                      <a:pPr indent="0" lvl="0" marL="0" marR="0" rtl="0" algn="l">
                        <a:spcBef>
                          <a:spcPts val="0"/>
                        </a:spcBef>
                        <a:spcAft>
                          <a:spcPts val="0"/>
                        </a:spcAft>
                        <a:buNone/>
                      </a:pPr>
                      <a:r>
                        <a:rPr lang="en-US" sz="1600"/>
                        <a:t>Sensitive Information including but not limited to:</a:t>
                      </a:r>
                      <a:endParaRPr/>
                    </a:p>
                    <a:p>
                      <a:pPr indent="-285750" lvl="0" marL="285750" marR="0" rtl="0" algn="l">
                        <a:spcBef>
                          <a:spcPts val="0"/>
                        </a:spcBef>
                        <a:spcAft>
                          <a:spcPts val="0"/>
                        </a:spcAft>
                        <a:buClr>
                          <a:srgbClr val="000000"/>
                        </a:buClr>
                        <a:buSzPts val="1600"/>
                        <a:buFont typeface="Arial"/>
                        <a:buChar char="•"/>
                      </a:pPr>
                      <a:r>
                        <a:rPr lang="en-US" sz="1600"/>
                        <a:t>Controlled Unclassified Information (CUI)</a:t>
                      </a:r>
                      <a:endParaRPr/>
                    </a:p>
                    <a:p>
                      <a:pPr indent="-285750" lvl="0" marL="285750" marR="0" rtl="0" algn="l">
                        <a:spcBef>
                          <a:spcPts val="0"/>
                        </a:spcBef>
                        <a:spcAft>
                          <a:spcPts val="0"/>
                        </a:spcAft>
                        <a:buClr>
                          <a:srgbClr val="000000"/>
                        </a:buClr>
                        <a:buSzPts val="1600"/>
                        <a:buFont typeface="Arial"/>
                        <a:buChar char="•"/>
                      </a:pPr>
                      <a:r>
                        <a:rPr lang="en-US" sz="1600"/>
                        <a:t>Financial data</a:t>
                      </a:r>
                      <a:endParaRPr/>
                    </a:p>
                    <a:p>
                      <a:pPr indent="-285750" lvl="0" marL="285750" marR="0" rtl="0" algn="l">
                        <a:spcBef>
                          <a:spcPts val="0"/>
                        </a:spcBef>
                        <a:spcAft>
                          <a:spcPts val="0"/>
                        </a:spcAft>
                        <a:buClr>
                          <a:srgbClr val="000000"/>
                        </a:buClr>
                        <a:buSzPts val="1600"/>
                        <a:buFont typeface="Arial"/>
                        <a:buChar char="•"/>
                      </a:pPr>
                      <a:r>
                        <a:rPr lang="en-US" sz="1600"/>
                        <a:t>HR data</a:t>
                      </a:r>
                      <a:endParaRPr/>
                    </a:p>
                  </a:txBody>
                  <a:tcPr marT="45725" marB="45725" marR="91450" marL="91450" anchor="ctr"/>
                </a:tc>
              </a:tr>
              <a:tr h="176800">
                <a:tc>
                  <a:txBody>
                    <a:bodyPr/>
                    <a:lstStyle/>
                    <a:p>
                      <a:pPr indent="0" lvl="0" marL="0" marR="0" rtl="0" algn="l">
                        <a:spcBef>
                          <a:spcPts val="0"/>
                        </a:spcBef>
                        <a:spcAft>
                          <a:spcPts val="0"/>
                        </a:spcAft>
                        <a:buNone/>
                      </a:pPr>
                      <a:r>
                        <a:rPr lang="en-US" sz="1600"/>
                        <a:t>SLAC AI Accelerator</a:t>
                      </a:r>
                      <a:endParaRPr sz="1600"/>
                    </a:p>
                  </a:txBody>
                  <a:tcPr marT="45725" marB="45725" marR="91450" marL="91450" anchor="ctr"/>
                </a:tc>
                <a:tc>
                  <a:txBody>
                    <a:bodyPr/>
                    <a:lstStyle/>
                    <a:p>
                      <a:pPr indent="0" lvl="0" marL="0" marR="0" rtl="0" algn="l">
                        <a:spcBef>
                          <a:spcPts val="0"/>
                        </a:spcBef>
                        <a:spcAft>
                          <a:spcPts val="0"/>
                        </a:spcAft>
                        <a:buNone/>
                      </a:pPr>
                      <a:r>
                        <a:rPr lang="en-US" sz="1600"/>
                        <a:t>Analysis of data authorized to be stored or processed at SLAC, including SLAC sensitive information.</a:t>
                      </a:r>
                      <a:endParaRPr sz="1600"/>
                    </a:p>
                    <a:p>
                      <a:pPr indent="0" lvl="0" marL="0" marR="0" rtl="0" algn="l">
                        <a:spcBef>
                          <a:spcPts val="0"/>
                        </a:spcBef>
                        <a:spcAft>
                          <a:spcPts val="0"/>
                        </a:spcAft>
                        <a:buNone/>
                      </a:pPr>
                      <a:r>
                        <a:rPr lang="en-US" sz="1600"/>
                        <a:t>Explicitly approved for CUI information.</a:t>
                      </a:r>
                      <a:endParaRPr sz="1600"/>
                    </a:p>
                  </a:txBody>
                  <a:tcPr marT="45725" marB="45725" marR="91450" marL="91450" anchor="ctr"/>
                </a:tc>
                <a:tc>
                  <a:txBody>
                    <a:bodyPr/>
                    <a:lstStyle/>
                    <a:p>
                      <a:pPr indent="0" lvl="0" marL="0" rtl="0" algn="l">
                        <a:spcBef>
                          <a:spcPts val="0"/>
                        </a:spcBef>
                        <a:spcAft>
                          <a:spcPts val="0"/>
                        </a:spcAft>
                        <a:buNone/>
                      </a:pPr>
                      <a:r>
                        <a:rPr lang="en-US" sz="1600"/>
                        <a:t>Use for data not authorized to be stored or processed on SLAC systems.</a:t>
                      </a:r>
                      <a:endParaRPr sz="1600"/>
                    </a:p>
                  </a:txBody>
                  <a:tcPr marT="45725" marB="45725" marR="91450" marL="91450"/>
                </a:tc>
              </a:tr>
              <a:tr h="176800">
                <a:tc>
                  <a:txBody>
                    <a:bodyPr/>
                    <a:lstStyle/>
                    <a:p>
                      <a:pPr indent="0" lvl="0" marL="0" marR="0" rtl="0" algn="l">
                        <a:spcBef>
                          <a:spcPts val="0"/>
                        </a:spcBef>
                        <a:spcAft>
                          <a:spcPts val="0"/>
                        </a:spcAft>
                        <a:buNone/>
                      </a:pPr>
                      <a:r>
                        <a:rPr lang="en-US" sz="1600"/>
                        <a:t>Stanford AI Playground</a:t>
                      </a:r>
                      <a:endParaRPr/>
                    </a:p>
                  </a:txBody>
                  <a:tcPr marT="45725" marB="45725" marR="91450" marL="91450" anchor="ctr"/>
                </a:tc>
                <a:tc>
                  <a:txBody>
                    <a:bodyPr/>
                    <a:lstStyle/>
                    <a:p>
                      <a:pPr indent="0" lvl="0" marL="0" marR="0" rtl="0" algn="l">
                        <a:spcBef>
                          <a:spcPts val="0"/>
                        </a:spcBef>
                        <a:spcAft>
                          <a:spcPts val="0"/>
                        </a:spcAft>
                        <a:buNone/>
                      </a:pPr>
                      <a:r>
                        <a:rPr lang="en-US" sz="1600"/>
                        <a:t>SLAC general information.</a:t>
                      </a:r>
                      <a:endParaRPr/>
                    </a:p>
                  </a:txBody>
                  <a:tcPr marT="45725" marB="45725" marR="91450" marL="91450" anchor="ctr"/>
                </a:tc>
                <a:tc>
                  <a:txBody>
                    <a:bodyPr/>
                    <a:lstStyle/>
                    <a:p>
                      <a:pPr indent="0" lvl="0" marL="0" rtl="0" algn="l">
                        <a:spcBef>
                          <a:spcPts val="0"/>
                        </a:spcBef>
                        <a:spcAft>
                          <a:spcPts val="0"/>
                        </a:spcAft>
                        <a:buClr>
                          <a:srgbClr val="000000"/>
                        </a:buClr>
                        <a:buFont typeface="Arial"/>
                        <a:buNone/>
                      </a:pPr>
                      <a:r>
                        <a:rPr lang="en-US" sz="1600"/>
                        <a:t>Sensitive Information including but not limited to:</a:t>
                      </a:r>
                      <a:endParaRPr/>
                    </a:p>
                    <a:p>
                      <a:pPr indent="-285750" lvl="0" marL="285750" rtl="0" algn="l">
                        <a:spcBef>
                          <a:spcPts val="0"/>
                        </a:spcBef>
                        <a:spcAft>
                          <a:spcPts val="0"/>
                        </a:spcAft>
                        <a:buClr>
                          <a:srgbClr val="000000"/>
                        </a:buClr>
                        <a:buSzPts val="1600"/>
                        <a:buChar char="•"/>
                      </a:pPr>
                      <a:r>
                        <a:rPr lang="en-US" sz="1600"/>
                        <a:t>Controlled Unclassified Information (CUI)</a:t>
                      </a:r>
                      <a:endParaRPr/>
                    </a:p>
                    <a:p>
                      <a:pPr indent="-285750" lvl="0" marL="285750" rtl="0" algn="l">
                        <a:spcBef>
                          <a:spcPts val="0"/>
                        </a:spcBef>
                        <a:spcAft>
                          <a:spcPts val="0"/>
                        </a:spcAft>
                        <a:buClr>
                          <a:srgbClr val="000000"/>
                        </a:buClr>
                        <a:buSzPts val="1600"/>
                        <a:buChar char="•"/>
                      </a:pPr>
                      <a:r>
                        <a:rPr lang="en-US" sz="1600"/>
                        <a:t>Financial data</a:t>
                      </a:r>
                      <a:endParaRPr/>
                    </a:p>
                    <a:p>
                      <a:pPr indent="-285750" lvl="0" marL="285750" rtl="0" algn="l">
                        <a:spcBef>
                          <a:spcPts val="0"/>
                        </a:spcBef>
                        <a:spcAft>
                          <a:spcPts val="0"/>
                        </a:spcAft>
                        <a:buClr>
                          <a:srgbClr val="000000"/>
                        </a:buClr>
                        <a:buSzPts val="1600"/>
                        <a:buChar char="•"/>
                      </a:pPr>
                      <a:r>
                        <a:rPr lang="en-US" sz="1600"/>
                        <a:t>HR data</a:t>
                      </a:r>
                      <a:endParaRPr sz="1600"/>
                    </a:p>
                  </a:txBody>
                  <a:tcPr marT="45725" marB="45725" marR="91450" marL="91450" anchor="ctr"/>
                </a:tc>
              </a:tr>
              <a:tr h="290025">
                <a:tc>
                  <a:txBody>
                    <a:bodyPr/>
                    <a:lstStyle/>
                    <a:p>
                      <a:pPr indent="0" lvl="0" marL="0" marR="0" rtl="0" algn="l">
                        <a:spcBef>
                          <a:spcPts val="0"/>
                        </a:spcBef>
                        <a:spcAft>
                          <a:spcPts val="0"/>
                        </a:spcAft>
                        <a:buNone/>
                      </a:pPr>
                      <a:r>
                        <a:rPr lang="en-US" sz="1600"/>
                        <a:t>Microsoft CoPilot</a:t>
                      </a:r>
                      <a:endParaRPr/>
                    </a:p>
                  </a:txBody>
                  <a:tcPr marT="45725" marB="45725" marR="91450" marL="91450" anchor="ctr"/>
                </a:tc>
                <a:tc>
                  <a:txBody>
                    <a:bodyPr/>
                    <a:lstStyle/>
                    <a:p>
                      <a:pPr indent="0" lvl="0" marL="0" marR="0" rtl="0" algn="l">
                        <a:spcBef>
                          <a:spcPts val="0"/>
                        </a:spcBef>
                        <a:spcAft>
                          <a:spcPts val="0"/>
                        </a:spcAft>
                        <a:buNone/>
                      </a:pPr>
                      <a:r>
                        <a:rPr lang="en-US" sz="1600"/>
                        <a:t>Analysis of and processing of SLAC information on SLAC managed systems.</a:t>
                      </a:r>
                      <a:endParaRPr/>
                    </a:p>
                  </a:txBody>
                  <a:tcPr marT="45725" marB="45725" marR="91450" marL="91450" anchor="ctr"/>
                </a:tc>
                <a:tc>
                  <a:txBody>
                    <a:bodyPr/>
                    <a:lstStyle/>
                    <a:p>
                      <a:pPr indent="0" lvl="0" marL="0" marR="0" rtl="0" algn="l">
                        <a:spcBef>
                          <a:spcPts val="0"/>
                        </a:spcBef>
                        <a:spcAft>
                          <a:spcPts val="0"/>
                        </a:spcAft>
                        <a:buNone/>
                      </a:pPr>
                      <a:r>
                        <a:rPr lang="en-US" sz="1600"/>
                        <a:t>Use on personally owned or non-centrally managed SLAC systems.</a:t>
                      </a:r>
                      <a:endParaRPr/>
                    </a:p>
                    <a:p>
                      <a:pPr indent="0" lvl="0" marL="0" marR="0" rtl="0" algn="l">
                        <a:spcBef>
                          <a:spcPts val="0"/>
                        </a:spcBef>
                        <a:spcAft>
                          <a:spcPts val="0"/>
                        </a:spcAft>
                        <a:buNone/>
                      </a:pPr>
                      <a:r>
                        <a:rPr lang="en-US" sz="1600"/>
                        <a:t>Use with a non-SLAC account.</a:t>
                      </a:r>
                      <a:endParaRPr/>
                    </a:p>
                  </a:txBody>
                  <a:tcPr marT="45725" marB="45725" marR="91450" marL="91450" anchor="ct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9"/>
          <p:cNvSpPr txBox="1"/>
          <p:nvPr>
            <p:ph type="title"/>
          </p:nvPr>
        </p:nvSpPr>
        <p:spPr>
          <a:xfrm>
            <a:off x="800100" y="266701"/>
            <a:ext cx="10553700" cy="632152"/>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Approved generative AI tools for SLAC (2)</a:t>
            </a:r>
            <a:endParaRPr/>
          </a:p>
        </p:txBody>
      </p:sp>
      <p:graphicFrame>
        <p:nvGraphicFramePr>
          <p:cNvPr id="616" name="Google Shape;616;p9"/>
          <p:cNvGraphicFramePr/>
          <p:nvPr/>
        </p:nvGraphicFramePr>
        <p:xfrm>
          <a:off x="800099" y="1091080"/>
          <a:ext cx="3000000" cy="3000000"/>
        </p:xfrm>
        <a:graphic>
          <a:graphicData uri="http://schemas.openxmlformats.org/drawingml/2006/table">
            <a:tbl>
              <a:tblPr bandRow="1" firstRow="1">
                <a:noFill/>
                <a:tableStyleId>{40E04851-F2F6-4310-837F-7F7817371104}</a:tableStyleId>
              </a:tblPr>
              <a:tblGrid>
                <a:gridCol w="2135600"/>
                <a:gridCol w="3458225"/>
                <a:gridCol w="4959875"/>
              </a:tblGrid>
              <a:tr h="249150">
                <a:tc>
                  <a:txBody>
                    <a:bodyPr/>
                    <a:lstStyle/>
                    <a:p>
                      <a:pPr indent="0" lvl="0" marL="0" marR="0" rtl="0" algn="ctr">
                        <a:spcBef>
                          <a:spcPts val="0"/>
                        </a:spcBef>
                        <a:spcAft>
                          <a:spcPts val="0"/>
                        </a:spcAft>
                        <a:buNone/>
                      </a:pPr>
                      <a:r>
                        <a:rPr lang="en-US" sz="1600"/>
                        <a:t>AI Tools</a:t>
                      </a:r>
                      <a:endParaRPr/>
                    </a:p>
                  </a:txBody>
                  <a:tcPr marT="45725" marB="45725" marR="91450" marL="91450" anchor="ctr"/>
                </a:tc>
                <a:tc>
                  <a:txBody>
                    <a:bodyPr/>
                    <a:lstStyle/>
                    <a:p>
                      <a:pPr indent="0" lvl="0" marL="0" marR="0" rtl="0" algn="ctr">
                        <a:spcBef>
                          <a:spcPts val="0"/>
                        </a:spcBef>
                        <a:spcAft>
                          <a:spcPts val="0"/>
                        </a:spcAft>
                        <a:buNone/>
                      </a:pPr>
                      <a:r>
                        <a:rPr lang="en-US" sz="1600"/>
                        <a:t>Approved For</a:t>
                      </a:r>
                      <a:endParaRPr/>
                    </a:p>
                  </a:txBody>
                  <a:tcPr marT="45725" marB="45725" marR="91450" marL="91450" anchor="ctr"/>
                </a:tc>
                <a:tc>
                  <a:txBody>
                    <a:bodyPr/>
                    <a:lstStyle/>
                    <a:p>
                      <a:pPr indent="0" lvl="0" marL="0" marR="0" rtl="0" algn="ctr">
                        <a:spcBef>
                          <a:spcPts val="0"/>
                        </a:spcBef>
                        <a:spcAft>
                          <a:spcPts val="0"/>
                        </a:spcAft>
                        <a:buNone/>
                      </a:pPr>
                      <a:r>
                        <a:rPr lang="en-US" sz="1600"/>
                        <a:t>Not Approved For</a:t>
                      </a:r>
                      <a:endParaRPr/>
                    </a:p>
                  </a:txBody>
                  <a:tcPr marT="45725" marB="45725" marR="91450" marL="91450" anchor="ctr"/>
                </a:tc>
              </a:tr>
              <a:tr h="451275">
                <a:tc>
                  <a:txBody>
                    <a:bodyPr/>
                    <a:lstStyle/>
                    <a:p>
                      <a:pPr indent="0" lvl="0" marL="0" rtl="0" algn="l">
                        <a:spcBef>
                          <a:spcPts val="0"/>
                        </a:spcBef>
                        <a:spcAft>
                          <a:spcPts val="0"/>
                        </a:spcAft>
                        <a:buNone/>
                      </a:pPr>
                      <a:r>
                        <a:rPr lang="en-US" sz="1600"/>
                        <a:t>Apple Intelligence</a:t>
                      </a:r>
                      <a:endParaRPr sz="1600"/>
                    </a:p>
                  </a:txBody>
                  <a:tcPr marT="45725" marB="45725" marR="91450" marL="91450" anchor="ctr"/>
                </a:tc>
                <a:tc>
                  <a:txBody>
                    <a:bodyPr/>
                    <a:lstStyle/>
                    <a:p>
                      <a:pPr indent="0" lvl="0" marL="0" rtl="0" algn="l">
                        <a:spcBef>
                          <a:spcPts val="0"/>
                        </a:spcBef>
                        <a:spcAft>
                          <a:spcPts val="0"/>
                        </a:spcAft>
                        <a:buNone/>
                      </a:pPr>
                      <a:r>
                        <a:rPr lang="en-US" sz="1600"/>
                        <a:t>Local-only usage modes on SLAC owned/managed Apple devices.</a:t>
                      </a:r>
                      <a:endParaRPr sz="1600"/>
                    </a:p>
                  </a:txBody>
                  <a:tcPr marT="45725" marB="45725" marR="91450" marL="91450" anchor="ctr"/>
                </a:tc>
                <a:tc>
                  <a:txBody>
                    <a:bodyPr/>
                    <a:lstStyle/>
                    <a:p>
                      <a:pPr indent="0" lvl="0" marL="0" rtl="0" algn="l">
                        <a:spcBef>
                          <a:spcPts val="0"/>
                        </a:spcBef>
                        <a:spcAft>
                          <a:spcPts val="0"/>
                        </a:spcAft>
                        <a:buNone/>
                      </a:pPr>
                      <a:r>
                        <a:rPr lang="en-US" sz="1600"/>
                        <a:t>Use for SLAC purposes on non-SLAC owned/managed systems.</a:t>
                      </a:r>
                      <a:endParaRPr/>
                    </a:p>
                    <a:p>
                      <a:pPr indent="0" lvl="0" marL="0" rtl="0" algn="l">
                        <a:spcBef>
                          <a:spcPts val="0"/>
                        </a:spcBef>
                        <a:spcAft>
                          <a:spcPts val="0"/>
                        </a:spcAft>
                        <a:buNone/>
                      </a:pPr>
                      <a:r>
                        <a:rPr lang="en-US" sz="1600"/>
                        <a:t>Used in "non-local" mode.</a:t>
                      </a:r>
                      <a:endParaRPr sz="1600"/>
                    </a:p>
                  </a:txBody>
                  <a:tcPr marT="45725" marB="45725" marR="91450" marL="91450" anchor="ctr"/>
                </a:tc>
              </a:tr>
              <a:tr h="451275">
                <a:tc>
                  <a:txBody>
                    <a:bodyPr/>
                    <a:lstStyle/>
                    <a:p>
                      <a:pPr indent="0" lvl="0" marL="0" rtl="0" algn="l">
                        <a:spcBef>
                          <a:spcPts val="0"/>
                        </a:spcBef>
                        <a:spcAft>
                          <a:spcPts val="0"/>
                        </a:spcAft>
                        <a:buNone/>
                      </a:pPr>
                      <a:r>
                        <a:rPr lang="en-US" sz="1600"/>
                        <a:t>Slack</a:t>
                      </a:r>
                      <a:endParaRPr sz="1600"/>
                    </a:p>
                  </a:txBody>
                  <a:tcPr marT="45725" marB="45725" marR="91450" marL="91450" anchor="ctr"/>
                </a:tc>
                <a:tc>
                  <a:txBody>
                    <a:bodyPr/>
                    <a:lstStyle/>
                    <a:p>
                      <a:pPr indent="0" lvl="0" marL="0" rtl="0" algn="l">
                        <a:spcBef>
                          <a:spcPts val="0"/>
                        </a:spcBef>
                        <a:spcAft>
                          <a:spcPts val="0"/>
                        </a:spcAft>
                        <a:buNone/>
                      </a:pPr>
                      <a:r>
                        <a:rPr lang="en-US" sz="1600"/>
                        <a:t>Use within the Stanford Slack ecosystem for Huddles and threads.</a:t>
                      </a:r>
                      <a:endParaRPr sz="1600"/>
                    </a:p>
                  </a:txBody>
                  <a:tcPr marT="45725" marB="45725" marR="91450" marL="91450" anchor="ctr"/>
                </a:tc>
                <a:tc>
                  <a:txBody>
                    <a:bodyPr/>
                    <a:lstStyle/>
                    <a:p>
                      <a:pPr indent="0" lvl="0" marL="0" rtl="0" algn="l">
                        <a:spcBef>
                          <a:spcPts val="0"/>
                        </a:spcBef>
                        <a:spcAft>
                          <a:spcPts val="0"/>
                        </a:spcAft>
                        <a:buNone/>
                      </a:pPr>
                      <a:r>
                        <a:rPr lang="en-US" sz="1600"/>
                        <a:t>Any meeting where one of the participants objects to being recorded.</a:t>
                      </a:r>
                      <a:endParaRPr sz="1600"/>
                    </a:p>
                  </a:txBody>
                  <a:tcPr marT="45725" marB="45725" marR="91450" marL="91450" anchor="ctr"/>
                </a:tc>
              </a:tr>
              <a:tr h="451275">
                <a:tc>
                  <a:txBody>
                    <a:bodyPr/>
                    <a:lstStyle/>
                    <a:p>
                      <a:pPr indent="0" lvl="0" marL="0" rtl="0" algn="l">
                        <a:spcBef>
                          <a:spcPts val="0"/>
                        </a:spcBef>
                        <a:spcAft>
                          <a:spcPts val="0"/>
                        </a:spcAft>
                        <a:buNone/>
                      </a:pPr>
                      <a:r>
                        <a:rPr lang="en-US" sz="1600"/>
                        <a:t>Zoom</a:t>
                      </a:r>
                      <a:endParaRPr sz="1600"/>
                    </a:p>
                  </a:txBody>
                  <a:tcPr marT="45725" marB="45725" marR="91450" marL="91450" anchor="ctr"/>
                </a:tc>
                <a:tc>
                  <a:txBody>
                    <a:bodyPr/>
                    <a:lstStyle/>
                    <a:p>
                      <a:pPr indent="0" lvl="0" marL="0" rtl="0" algn="l">
                        <a:spcBef>
                          <a:spcPts val="0"/>
                        </a:spcBef>
                        <a:spcAft>
                          <a:spcPts val="0"/>
                        </a:spcAft>
                        <a:buNone/>
                      </a:pPr>
                      <a:r>
                        <a:rPr lang="en-US" sz="1600"/>
                        <a:t>Recording, transcribing and summarizing SLAC virtual meetings.</a:t>
                      </a:r>
                      <a:endParaRPr sz="1600"/>
                    </a:p>
                  </a:txBody>
                  <a:tcPr marT="45725" marB="45725" marR="91450" marL="91450" anchor="ctr"/>
                </a:tc>
                <a:tc>
                  <a:txBody>
                    <a:bodyPr/>
                    <a:lstStyle/>
                    <a:p>
                      <a:pPr indent="0" lvl="0" marL="0" rtl="0" algn="l">
                        <a:spcBef>
                          <a:spcPts val="0"/>
                        </a:spcBef>
                        <a:spcAft>
                          <a:spcPts val="0"/>
                        </a:spcAft>
                        <a:buNone/>
                      </a:pPr>
                      <a:r>
                        <a:rPr lang="en-US" sz="1600"/>
                        <a:t>Any meeting where one of the participants objects to being recorded.</a:t>
                      </a:r>
                      <a:endParaRPr sz="1600"/>
                    </a:p>
                  </a:txBody>
                  <a:tcPr marT="45725" marB="45725" marR="91450" marL="91450" anchor="ctr"/>
                </a:tc>
              </a:tr>
              <a:tr h="451275">
                <a:tc>
                  <a:txBody>
                    <a:bodyPr/>
                    <a:lstStyle/>
                    <a:p>
                      <a:pPr indent="0" lvl="0" marL="0" marR="0" rtl="0" algn="l">
                        <a:spcBef>
                          <a:spcPts val="0"/>
                        </a:spcBef>
                        <a:spcAft>
                          <a:spcPts val="0"/>
                        </a:spcAft>
                        <a:buNone/>
                      </a:pPr>
                      <a:r>
                        <a:rPr lang="en-US" sz="1600"/>
                        <a:t>AWS Bedrock</a:t>
                      </a:r>
                      <a:endParaRPr/>
                    </a:p>
                  </a:txBody>
                  <a:tcPr marT="45725" marB="45725" marR="91450" marL="91450" anchor="ctr"/>
                </a:tc>
                <a:tc>
                  <a:txBody>
                    <a:bodyPr/>
                    <a:lstStyle/>
                    <a:p>
                      <a:pPr indent="0" lvl="0" marL="0" marR="0" rtl="0" algn="l">
                        <a:spcBef>
                          <a:spcPts val="0"/>
                        </a:spcBef>
                        <a:spcAft>
                          <a:spcPts val="0"/>
                        </a:spcAft>
                        <a:buNone/>
                      </a:pPr>
                      <a:r>
                        <a:rPr lang="en-US" sz="1600"/>
                        <a:t>Analysis of data authorized to be stored or processed in the SLAC managed AWS account Bedrock is used in.</a:t>
                      </a:r>
                      <a:endParaRPr/>
                    </a:p>
                  </a:txBody>
                  <a:tcPr marT="45725" marB="45725" marR="91450" marL="91450" anchor="ctr"/>
                </a:tc>
                <a:tc>
                  <a:txBody>
                    <a:bodyPr/>
                    <a:lstStyle/>
                    <a:p>
                      <a:pPr indent="0" lvl="0" marL="0" marR="0" rtl="0" algn="l">
                        <a:spcBef>
                          <a:spcPts val="0"/>
                        </a:spcBef>
                        <a:spcAft>
                          <a:spcPts val="0"/>
                        </a:spcAft>
                        <a:buNone/>
                      </a:pPr>
                      <a:r>
                        <a:rPr lang="en-US" sz="1600"/>
                        <a:t>Use on an AWS account not managed by SLAC</a:t>
                      </a:r>
                      <a:endParaRPr/>
                    </a:p>
                  </a:txBody>
                  <a:tcPr marT="45725" marB="45725" marR="91450" marL="91450" anchor="ctr"/>
                </a:tc>
              </a:tr>
              <a:tr h="451275">
                <a:tc>
                  <a:txBody>
                    <a:bodyPr/>
                    <a:lstStyle/>
                    <a:p>
                      <a:pPr indent="0" lvl="0" marL="0" marR="0" rtl="0" algn="l">
                        <a:spcBef>
                          <a:spcPts val="0"/>
                        </a:spcBef>
                        <a:spcAft>
                          <a:spcPts val="0"/>
                        </a:spcAft>
                        <a:buNone/>
                      </a:pPr>
                      <a:r>
                        <a:rPr lang="en-US" sz="1600"/>
                        <a:t>Azure AI Foundry</a:t>
                      </a:r>
                      <a:endParaRPr/>
                    </a:p>
                  </a:txBody>
                  <a:tcPr marT="45725" marB="45725" marR="91450" marL="91450" anchor="ctr"/>
                </a:tc>
                <a:tc>
                  <a:txBody>
                    <a:bodyPr/>
                    <a:lstStyle/>
                    <a:p>
                      <a:pPr indent="0" lvl="0" marL="0" marR="0" rtl="0" algn="l">
                        <a:spcBef>
                          <a:spcPts val="0"/>
                        </a:spcBef>
                        <a:spcAft>
                          <a:spcPts val="0"/>
                        </a:spcAft>
                        <a:buNone/>
                      </a:pPr>
                      <a:r>
                        <a:rPr lang="en-US" sz="1600"/>
                        <a:t>Analysis of data authorized to be stored or processed in the SLAC managed Azure environment.</a:t>
                      </a:r>
                      <a:endParaRPr/>
                    </a:p>
                  </a:txBody>
                  <a:tcPr marT="45725" marB="45725" marR="91450" marL="91450" anchor="ctr"/>
                </a:tc>
                <a:tc>
                  <a:txBody>
                    <a:bodyPr/>
                    <a:lstStyle/>
                    <a:p>
                      <a:pPr indent="0" lvl="0" marL="0" marR="0" rtl="0" algn="l">
                        <a:spcBef>
                          <a:spcPts val="0"/>
                        </a:spcBef>
                        <a:spcAft>
                          <a:spcPts val="0"/>
                        </a:spcAft>
                        <a:buNone/>
                      </a:pPr>
                      <a:r>
                        <a:rPr lang="en-US" sz="1600"/>
                        <a:t>Use on an Azure account not managed by SLAC.</a:t>
                      </a:r>
                      <a:endParaRPr/>
                    </a:p>
                    <a:p>
                      <a:pPr indent="0" lvl="0" marL="0" marR="0" rtl="0" algn="l">
                        <a:spcBef>
                          <a:spcPts val="0"/>
                        </a:spcBef>
                        <a:spcAft>
                          <a:spcPts val="0"/>
                        </a:spcAft>
                        <a:buNone/>
                      </a:pPr>
                      <a:r>
                        <a:rPr lang="en-US" sz="1600"/>
                        <a:t>Sensitive Information.</a:t>
                      </a:r>
                      <a:endParaRPr/>
                    </a:p>
                  </a:txBody>
                  <a:tcPr marT="45725" marB="45725" marR="91450" marL="91450" anchor="ctr"/>
                </a:tc>
              </a:tr>
              <a:tr h="451275">
                <a:tc>
                  <a:txBody>
                    <a:bodyPr/>
                    <a:lstStyle/>
                    <a:p>
                      <a:pPr indent="0" lvl="0" marL="0" marR="0" rtl="0" algn="l">
                        <a:spcBef>
                          <a:spcPts val="0"/>
                        </a:spcBef>
                        <a:spcAft>
                          <a:spcPts val="0"/>
                        </a:spcAft>
                        <a:buNone/>
                      </a:pPr>
                      <a:r>
                        <a:rPr lang="en-US" sz="1600"/>
                        <a:t>Windows Speech Recognition</a:t>
                      </a:r>
                      <a:endParaRPr/>
                    </a:p>
                  </a:txBody>
                  <a:tcPr marT="45725" marB="45725" marR="91450" marL="91450" anchor="ctr"/>
                </a:tc>
                <a:tc>
                  <a:txBody>
                    <a:bodyPr/>
                    <a:lstStyle/>
                    <a:p>
                      <a:pPr indent="0" lvl="0" marL="0" marR="0" rtl="0" algn="l">
                        <a:spcBef>
                          <a:spcPts val="0"/>
                        </a:spcBef>
                        <a:spcAft>
                          <a:spcPts val="0"/>
                        </a:spcAft>
                        <a:buNone/>
                      </a:pPr>
                      <a:r>
                        <a:rPr lang="en-US" sz="1600"/>
                        <a:t>On-system speech recognition.</a:t>
                      </a:r>
                      <a:endParaRPr/>
                    </a:p>
                  </a:txBody>
                  <a:tcPr marT="45725" marB="45725" marR="91450" marL="91450" anchor="ctr"/>
                </a:tc>
                <a:tc>
                  <a:txBody>
                    <a:bodyPr/>
                    <a:lstStyle/>
                    <a:p>
                      <a:pPr indent="0" lvl="0" marL="0" marR="0" rtl="0" algn="l">
                        <a:spcBef>
                          <a:spcPts val="0"/>
                        </a:spcBef>
                        <a:spcAft>
                          <a:spcPts val="0"/>
                        </a:spcAft>
                        <a:buNone/>
                      </a:pPr>
                      <a:r>
                        <a:rPr lang="en-US" sz="1600"/>
                        <a:t>Use for SLAC work on non-SLAC owned systems.</a:t>
                      </a:r>
                      <a:endParaRPr/>
                    </a:p>
                  </a:txBody>
                  <a:tcPr marT="45725" marB="45725" marR="91450" marL="91450" anchor="ctr"/>
                </a:tc>
              </a:tr>
              <a:tr h="451275">
                <a:tc>
                  <a:txBody>
                    <a:bodyPr/>
                    <a:lstStyle/>
                    <a:p>
                      <a:pPr indent="0" lvl="0" marL="0" marR="0" rtl="0" algn="l">
                        <a:spcBef>
                          <a:spcPts val="0"/>
                        </a:spcBef>
                        <a:spcAft>
                          <a:spcPts val="0"/>
                        </a:spcAft>
                        <a:buNone/>
                      </a:pPr>
                      <a:r>
                        <a:rPr lang="en-US" sz="1600"/>
                        <a:t>macOS Dictation</a:t>
                      </a:r>
                      <a:endParaRPr/>
                    </a:p>
                  </a:txBody>
                  <a:tcPr marT="45725" marB="45725" marR="91450" marL="91450" anchor="ctr"/>
                </a:tc>
                <a:tc>
                  <a:txBody>
                    <a:bodyPr/>
                    <a:lstStyle/>
                    <a:p>
                      <a:pPr indent="0" lvl="0" marL="0" marR="0" rtl="0" algn="l">
                        <a:spcBef>
                          <a:spcPts val="0"/>
                        </a:spcBef>
                        <a:spcAft>
                          <a:spcPts val="0"/>
                        </a:spcAft>
                        <a:buNone/>
                      </a:pPr>
                      <a:r>
                        <a:rPr lang="en-US" sz="1600"/>
                        <a:t>On-system speech recognition.</a:t>
                      </a:r>
                      <a:endParaRPr/>
                    </a:p>
                  </a:txBody>
                  <a:tcPr marT="45725" marB="45725" marR="91450" marL="91450" anchor="ctr"/>
                </a:tc>
                <a:tc>
                  <a:txBody>
                    <a:bodyPr/>
                    <a:lstStyle/>
                    <a:p>
                      <a:pPr indent="0" lvl="0" marL="0" marR="0" rtl="0" algn="l">
                        <a:spcBef>
                          <a:spcPts val="0"/>
                        </a:spcBef>
                        <a:spcAft>
                          <a:spcPts val="0"/>
                        </a:spcAft>
                        <a:buNone/>
                      </a:pPr>
                      <a:r>
                        <a:rPr lang="en-US" sz="1600"/>
                        <a:t>Use for SLAC work on non-SLAC owned systems.</a:t>
                      </a:r>
                      <a:endParaRPr/>
                    </a:p>
                  </a:txBody>
                  <a:tcPr marT="45725" marB="45725" marR="91450" marL="91450" anchor="ct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10"/>
          <p:cNvSpPr txBox="1"/>
          <p:nvPr>
            <p:ph type="title"/>
          </p:nvPr>
        </p:nvSpPr>
        <p:spPr>
          <a:xfrm>
            <a:off x="800100" y="266701"/>
            <a:ext cx="10553700" cy="632152"/>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Local Models</a:t>
            </a:r>
            <a:endParaRPr/>
          </a:p>
        </p:txBody>
      </p:sp>
      <p:sp>
        <p:nvSpPr>
          <p:cNvPr id="622" name="Google Shape;622;p10"/>
          <p:cNvSpPr txBox="1"/>
          <p:nvPr>
            <p:ph idx="2" type="body"/>
          </p:nvPr>
        </p:nvSpPr>
        <p:spPr>
          <a:xfrm>
            <a:off x="800100" y="1065654"/>
            <a:ext cx="10553700" cy="4992246"/>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lang="en-US">
                <a:latin typeface="Lato"/>
                <a:ea typeface="Lato"/>
                <a:cs typeface="Lato"/>
                <a:sym typeface="Lato"/>
              </a:rPr>
              <a:t>LLMs can be downloaded and operated locally.</a:t>
            </a:r>
            <a:endParaRPr/>
          </a:p>
          <a:p>
            <a:pPr indent="-285750" lvl="0" marL="285750" rtl="0" algn="l">
              <a:lnSpc>
                <a:spcPct val="120000"/>
              </a:lnSpc>
              <a:spcBef>
                <a:spcPts val="1000"/>
              </a:spcBef>
              <a:spcAft>
                <a:spcPts val="0"/>
              </a:spcAft>
              <a:buSzPts val="1600"/>
              <a:buFont typeface="Arial"/>
              <a:buChar char="•"/>
            </a:pPr>
            <a:r>
              <a:rPr lang="en-US">
                <a:latin typeface="Lato"/>
                <a:ea typeface="Lato"/>
                <a:cs typeface="Lato"/>
                <a:sym typeface="Lato"/>
              </a:rPr>
              <a:t>There are two specific scenarios regarding their use.</a:t>
            </a:r>
            <a:endParaRPr/>
          </a:p>
          <a:p>
            <a:pPr indent="-342900" lvl="0" marL="342900" rtl="0" algn="l">
              <a:lnSpc>
                <a:spcPct val="120000"/>
              </a:lnSpc>
              <a:spcBef>
                <a:spcPts val="1000"/>
              </a:spcBef>
              <a:spcAft>
                <a:spcPts val="0"/>
              </a:spcAft>
              <a:buSzPts val="1600"/>
              <a:buFont typeface="Calibri"/>
              <a:buAutoNum type="arabicPeriod"/>
            </a:pPr>
            <a:r>
              <a:rPr b="1" lang="en-US">
                <a:latin typeface="Lato"/>
                <a:ea typeface="Lato"/>
                <a:cs typeface="Lato"/>
                <a:sym typeface="Lato"/>
              </a:rPr>
              <a:t>Local only</a:t>
            </a:r>
            <a:r>
              <a:rPr lang="en-US">
                <a:latin typeface="Lato"/>
                <a:ea typeface="Lato"/>
                <a:cs typeface="Lato"/>
                <a:sym typeface="Lato"/>
              </a:rPr>
              <a:t> models</a:t>
            </a:r>
            <a:endParaRPr/>
          </a:p>
          <a:p>
            <a:pPr indent="-285750" lvl="1" marL="752475" rtl="0" algn="l">
              <a:lnSpc>
                <a:spcPct val="120000"/>
              </a:lnSpc>
              <a:spcBef>
                <a:spcPts val="500"/>
              </a:spcBef>
              <a:spcAft>
                <a:spcPts val="0"/>
              </a:spcAft>
              <a:buSzPts val="1792"/>
              <a:buChar char="•"/>
            </a:pPr>
            <a:r>
              <a:rPr lang="en-US">
                <a:latin typeface="Lato"/>
                <a:ea typeface="Lato"/>
                <a:cs typeface="Lato"/>
                <a:sym typeface="Lato"/>
              </a:rPr>
              <a:t>Local only models are </a:t>
            </a:r>
            <a:r>
              <a:rPr b="1" lang="en-US">
                <a:latin typeface="Lato"/>
                <a:ea typeface="Lato"/>
                <a:cs typeface="Lato"/>
                <a:sym typeface="Lato"/>
              </a:rPr>
              <a:t>generally permitted</a:t>
            </a:r>
            <a:r>
              <a:rPr lang="en-US">
                <a:latin typeface="Lato"/>
                <a:ea typeface="Lato"/>
                <a:cs typeface="Lato"/>
                <a:sym typeface="Lato"/>
              </a:rPr>
              <a:t> for use with SLAC information.</a:t>
            </a:r>
            <a:endParaRPr/>
          </a:p>
          <a:p>
            <a:pPr indent="-285750" lvl="1" marL="752475" rtl="0" algn="l">
              <a:lnSpc>
                <a:spcPct val="120000"/>
              </a:lnSpc>
              <a:spcBef>
                <a:spcPts val="500"/>
              </a:spcBef>
              <a:spcAft>
                <a:spcPts val="0"/>
              </a:spcAft>
              <a:buSzPts val="1792"/>
              <a:buChar char="•"/>
            </a:pPr>
            <a:r>
              <a:rPr lang="en-US"/>
              <a:t>Specific prohibitions will be listed at </a:t>
            </a:r>
            <a:r>
              <a:rPr b="1" lang="en-US"/>
              <a:t>Banned Hardware and Software List</a:t>
            </a:r>
            <a:r>
              <a:rPr lang="en-US"/>
              <a:t>.</a:t>
            </a:r>
            <a:endParaRPr/>
          </a:p>
          <a:p>
            <a:pPr indent="-285750" lvl="1" marL="752475" rtl="0" algn="l">
              <a:lnSpc>
                <a:spcPct val="120000"/>
              </a:lnSpc>
              <a:spcBef>
                <a:spcPts val="500"/>
              </a:spcBef>
              <a:spcAft>
                <a:spcPts val="0"/>
              </a:spcAft>
              <a:buSzPts val="1792"/>
              <a:buChar char="•"/>
            </a:pPr>
            <a:r>
              <a:rPr lang="en-US"/>
              <a:t>Sensitive information may be used inside such a local only model if the underlying infrastructure and systems are authorized for handling that data sensitivity.</a:t>
            </a:r>
            <a:endParaRPr/>
          </a:p>
          <a:p>
            <a:pPr indent="-171958" lvl="1" marL="752475" rtl="0" algn="l">
              <a:lnSpc>
                <a:spcPct val="120000"/>
              </a:lnSpc>
              <a:spcBef>
                <a:spcPts val="500"/>
              </a:spcBef>
              <a:spcAft>
                <a:spcPts val="0"/>
              </a:spcAft>
              <a:buSzPts val="1792"/>
              <a:buNone/>
            </a:pPr>
            <a:r>
              <a:t/>
            </a:r>
            <a:endParaRPr/>
          </a:p>
          <a:p>
            <a:pPr indent="-342900" lvl="0" marL="342900" rtl="0" algn="l">
              <a:lnSpc>
                <a:spcPct val="120000"/>
              </a:lnSpc>
              <a:spcBef>
                <a:spcPts val="1000"/>
              </a:spcBef>
              <a:spcAft>
                <a:spcPts val="0"/>
              </a:spcAft>
              <a:buSzPts val="1600"/>
              <a:buFont typeface="Calibri"/>
              <a:buAutoNum type="arabicPeriod"/>
            </a:pPr>
            <a:r>
              <a:rPr b="1" lang="en-US">
                <a:latin typeface="Lato"/>
                <a:ea typeface="Lato"/>
                <a:cs typeface="Lato"/>
                <a:sym typeface="Lato"/>
              </a:rPr>
              <a:t>Network aware</a:t>
            </a:r>
            <a:r>
              <a:rPr lang="en-US">
                <a:latin typeface="Lato"/>
                <a:ea typeface="Lato"/>
                <a:cs typeface="Lato"/>
                <a:sym typeface="Lato"/>
              </a:rPr>
              <a:t> models</a:t>
            </a:r>
            <a:endParaRPr/>
          </a:p>
          <a:p>
            <a:pPr indent="-285750" lvl="1" marL="752475" rtl="0" algn="l">
              <a:lnSpc>
                <a:spcPct val="120000"/>
              </a:lnSpc>
              <a:spcBef>
                <a:spcPts val="500"/>
              </a:spcBef>
              <a:spcAft>
                <a:spcPts val="0"/>
              </a:spcAft>
              <a:buSzPts val="1792"/>
              <a:buChar char="•"/>
            </a:pPr>
            <a:r>
              <a:rPr lang="en-US"/>
              <a:t>Models that create and execute network operations, such as web page retrievals, to augment their response </a:t>
            </a:r>
            <a:r>
              <a:rPr b="1" lang="en-US"/>
              <a:t>must be explicitly reviewed and approved by Cyber Security</a:t>
            </a:r>
            <a:r>
              <a:rPr lang="en-US"/>
              <a:t> prior to use for non-public information.</a:t>
            </a:r>
            <a:endParaRPr/>
          </a:p>
          <a:p>
            <a:pPr indent="-184150" lvl="0" marL="285750" rtl="0" algn="l">
              <a:lnSpc>
                <a:spcPct val="120000"/>
              </a:lnSpc>
              <a:spcBef>
                <a:spcPts val="1000"/>
              </a:spcBef>
              <a:spcAft>
                <a:spcPts val="0"/>
              </a:spcAft>
              <a:buSzPts val="1600"/>
              <a:buFont typeface="Arial"/>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11"/>
          <p:cNvSpPr txBox="1"/>
          <p:nvPr>
            <p:ph type="title"/>
          </p:nvPr>
        </p:nvSpPr>
        <p:spPr>
          <a:xfrm>
            <a:off x="800100" y="266701"/>
            <a:ext cx="10553700" cy="632152"/>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Not Approved For SLAC Usage (SLAC information)</a:t>
            </a:r>
            <a:endParaRPr/>
          </a:p>
        </p:txBody>
      </p:sp>
      <p:sp>
        <p:nvSpPr>
          <p:cNvPr id="628" name="Google Shape;628;p11"/>
          <p:cNvSpPr txBox="1"/>
          <p:nvPr>
            <p:ph idx="2" type="body"/>
          </p:nvPr>
        </p:nvSpPr>
        <p:spPr>
          <a:xfrm>
            <a:off x="800100" y="1093155"/>
            <a:ext cx="10553700" cy="4964745"/>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lang="en-US"/>
              <a:t>Anthropic/Claude (the cloud service)</a:t>
            </a:r>
            <a:endParaRPr/>
          </a:p>
          <a:p>
            <a:pPr indent="-285750" lvl="0" marL="285750" rtl="0" algn="l">
              <a:lnSpc>
                <a:spcPct val="120000"/>
              </a:lnSpc>
              <a:spcBef>
                <a:spcPts val="1000"/>
              </a:spcBef>
              <a:spcAft>
                <a:spcPts val="0"/>
              </a:spcAft>
              <a:buSzPts val="1600"/>
              <a:buFont typeface="Arial"/>
              <a:buChar char="•"/>
            </a:pPr>
            <a:r>
              <a:rPr lang="en-US"/>
              <a:t>ChatGPT</a:t>
            </a:r>
            <a:endParaRPr/>
          </a:p>
          <a:p>
            <a:pPr indent="-285750" lvl="0" marL="285750" rtl="0" algn="l">
              <a:lnSpc>
                <a:spcPct val="120000"/>
              </a:lnSpc>
              <a:spcBef>
                <a:spcPts val="1000"/>
              </a:spcBef>
              <a:spcAft>
                <a:spcPts val="0"/>
              </a:spcAft>
              <a:buSzPts val="1600"/>
              <a:buFont typeface="Arial"/>
              <a:buChar char="•"/>
            </a:pPr>
            <a:r>
              <a:rPr lang="en-US"/>
              <a:t>DeepSeek</a:t>
            </a:r>
            <a:endParaRPr/>
          </a:p>
          <a:p>
            <a:pPr indent="-285750" lvl="0" marL="285750" rtl="0" algn="l">
              <a:lnSpc>
                <a:spcPct val="120000"/>
              </a:lnSpc>
              <a:spcBef>
                <a:spcPts val="1000"/>
              </a:spcBef>
              <a:spcAft>
                <a:spcPts val="0"/>
              </a:spcAft>
              <a:buSzPts val="1600"/>
              <a:buFont typeface="Arial"/>
              <a:buChar char="•"/>
            </a:pPr>
            <a:r>
              <a:rPr lang="en-US"/>
              <a:t>Gemini</a:t>
            </a:r>
            <a:endParaRPr/>
          </a:p>
          <a:p>
            <a:pPr indent="-285750" lvl="0" marL="285750" rtl="0" algn="l">
              <a:lnSpc>
                <a:spcPct val="120000"/>
              </a:lnSpc>
              <a:spcBef>
                <a:spcPts val="1000"/>
              </a:spcBef>
              <a:spcAft>
                <a:spcPts val="0"/>
              </a:spcAft>
              <a:buSzPts val="1600"/>
              <a:buFont typeface="Arial"/>
              <a:buChar char="•"/>
            </a:pPr>
            <a:r>
              <a:rPr lang="en-US"/>
              <a:t>Grammarly</a:t>
            </a:r>
            <a:endParaRPr/>
          </a:p>
          <a:p>
            <a:pPr indent="-285750" lvl="0" marL="285750" rtl="0" algn="l">
              <a:lnSpc>
                <a:spcPct val="120000"/>
              </a:lnSpc>
              <a:spcBef>
                <a:spcPts val="1000"/>
              </a:spcBef>
              <a:spcAft>
                <a:spcPts val="0"/>
              </a:spcAft>
              <a:buSzPts val="1600"/>
              <a:buFont typeface="Arial"/>
              <a:buChar char="•"/>
            </a:pPr>
            <a:r>
              <a:rPr lang="en-US"/>
              <a:t>Grok</a:t>
            </a:r>
            <a:endParaRPr/>
          </a:p>
          <a:p>
            <a:pPr indent="-285750" lvl="0" marL="285750" rtl="0" algn="l">
              <a:lnSpc>
                <a:spcPct val="120000"/>
              </a:lnSpc>
              <a:spcBef>
                <a:spcPts val="1000"/>
              </a:spcBef>
              <a:spcAft>
                <a:spcPts val="0"/>
              </a:spcAft>
              <a:buSzPts val="1600"/>
              <a:buFont typeface="Arial"/>
              <a:buChar char="•"/>
            </a:pPr>
            <a:r>
              <a:rPr lang="en-US"/>
              <a:t>OpenClaw</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g3e1827f76b4_0_6"/>
          <p:cNvSpPr txBox="1"/>
          <p:nvPr>
            <p:ph idx="1" type="body"/>
          </p:nvPr>
        </p:nvSpPr>
        <p:spPr>
          <a:xfrm>
            <a:off x="800100" y="1110216"/>
            <a:ext cx="10553700" cy="398400"/>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2000"/>
              <a:buFont typeface="Lato"/>
              <a:buNone/>
            </a:pPr>
            <a:r>
              <a:rPr lang="en-US"/>
              <a:t>Code Generation &amp; Refactoring</a:t>
            </a:r>
            <a:endParaRPr/>
          </a:p>
        </p:txBody>
      </p:sp>
      <p:sp>
        <p:nvSpPr>
          <p:cNvPr id="634" name="Google Shape;634;g3e1827f76b4_0_6"/>
          <p:cNvSpPr txBox="1"/>
          <p:nvPr>
            <p:ph type="title"/>
          </p:nvPr>
        </p:nvSpPr>
        <p:spPr>
          <a:xfrm>
            <a:off x="800100" y="266701"/>
            <a:ext cx="10553700" cy="632100"/>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latin typeface="Lato"/>
                <a:ea typeface="Lato"/>
                <a:cs typeface="Lato"/>
                <a:sym typeface="Lato"/>
              </a:rPr>
              <a:t>Generative AI Use Case 1</a:t>
            </a:r>
            <a:endParaRPr/>
          </a:p>
        </p:txBody>
      </p:sp>
      <p:sp>
        <p:nvSpPr>
          <p:cNvPr id="635" name="Google Shape;635;g3e1827f76b4_0_6"/>
          <p:cNvSpPr txBox="1"/>
          <p:nvPr>
            <p:ph idx="2" type="body"/>
          </p:nvPr>
        </p:nvSpPr>
        <p:spPr>
          <a:xfrm>
            <a:off x="800100" y="1605068"/>
            <a:ext cx="10553700" cy="4452900"/>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b="1" lang="en-US"/>
              <a:t>Scenario</a:t>
            </a:r>
            <a:r>
              <a:rPr lang="en-US"/>
              <a:t>: You need to write a boilerplate Python script for data ingestion or refactor a legacy C++ function.</a:t>
            </a:r>
            <a:endParaRPr/>
          </a:p>
          <a:p>
            <a:pPr indent="-285750" lvl="0" marL="285750" rtl="0" algn="l">
              <a:lnSpc>
                <a:spcPct val="120000"/>
              </a:lnSpc>
              <a:spcBef>
                <a:spcPts val="1000"/>
              </a:spcBef>
              <a:spcAft>
                <a:spcPts val="0"/>
              </a:spcAft>
              <a:buSzPts val="1600"/>
              <a:buFont typeface="Arial"/>
              <a:buChar char="•"/>
            </a:pPr>
            <a:r>
              <a:rPr b="1" lang="en-US"/>
              <a:t>Best Practice</a:t>
            </a:r>
            <a:r>
              <a:rPr lang="en-US"/>
              <a:t>:</a:t>
            </a:r>
            <a:endParaRPr/>
          </a:p>
          <a:p>
            <a:pPr indent="-285750" lvl="1" marL="752475" rtl="0" algn="l">
              <a:lnSpc>
                <a:spcPct val="120000"/>
              </a:lnSpc>
              <a:spcBef>
                <a:spcPts val="500"/>
              </a:spcBef>
              <a:spcAft>
                <a:spcPts val="0"/>
              </a:spcAft>
              <a:buSzPts val="1792"/>
              <a:buChar char="•"/>
            </a:pPr>
            <a:r>
              <a:rPr lang="en-US">
                <a:latin typeface="Lato"/>
                <a:ea typeface="Lato"/>
                <a:cs typeface="Lato"/>
                <a:sym typeface="Lato"/>
              </a:rPr>
              <a:t>Use GenAI to generate the skeleton of the code.</a:t>
            </a:r>
            <a:endParaRPr>
              <a:latin typeface="Lato"/>
              <a:ea typeface="Lato"/>
              <a:cs typeface="Lato"/>
              <a:sym typeface="Lato"/>
            </a:endParaRPr>
          </a:p>
          <a:p>
            <a:pPr indent="-285750" lvl="1" marL="752475" rtl="0" algn="l">
              <a:lnSpc>
                <a:spcPct val="120000"/>
              </a:lnSpc>
              <a:spcBef>
                <a:spcPts val="500"/>
              </a:spcBef>
              <a:spcAft>
                <a:spcPts val="0"/>
              </a:spcAft>
              <a:buSzPts val="1792"/>
              <a:buChar char="•"/>
            </a:pPr>
            <a:r>
              <a:rPr b="1" lang="en-US"/>
              <a:t>For public/non-approved tools: remove any hardcoded SLAC server names, IP addresses, or internal API keys</a:t>
            </a:r>
            <a:r>
              <a:rPr lang="en-US"/>
              <a:t> before prompting. </a:t>
            </a:r>
            <a:endParaRPr/>
          </a:p>
          <a:p>
            <a:pPr indent="-285750" lvl="1" marL="752475" rtl="0" algn="l">
              <a:lnSpc>
                <a:spcPct val="120000"/>
              </a:lnSpc>
              <a:spcBef>
                <a:spcPts val="500"/>
              </a:spcBef>
              <a:spcAft>
                <a:spcPts val="0"/>
              </a:spcAft>
              <a:buSzPts val="1792"/>
              <a:buChar char="•"/>
            </a:pPr>
            <a:r>
              <a:rPr b="1" lang="en-US"/>
              <a:t>SLAC-approved instances</a:t>
            </a:r>
            <a:r>
              <a:rPr lang="en-US"/>
              <a:t> (AI Accelerator, Claude Code via  SLAC AWS Bedrock): Approved for SLAC sensitive information including CUI. No scrubbing required.</a:t>
            </a:r>
            <a:endParaRPr/>
          </a:p>
        </p:txBody>
      </p:sp>
      <p:sp>
        <p:nvSpPr>
          <p:cNvPr id="636" name="Google Shape;636;g3e1827f76b4_0_6"/>
          <p:cNvSpPr txBox="1"/>
          <p:nvPr>
            <p:ph idx="12" type="sldNum"/>
          </p:nvPr>
        </p:nvSpPr>
        <p:spPr>
          <a:xfrm>
            <a:off x="8610600" y="6282824"/>
            <a:ext cx="2743200" cy="365100"/>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g3e26d8eb961_2_555"/>
          <p:cNvSpPr txBox="1"/>
          <p:nvPr>
            <p:ph idx="1" type="body"/>
          </p:nvPr>
        </p:nvSpPr>
        <p:spPr>
          <a:xfrm>
            <a:off x="800100" y="1110216"/>
            <a:ext cx="10553700" cy="398400"/>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2000"/>
              <a:buFont typeface="Lato"/>
              <a:buNone/>
            </a:pPr>
            <a:r>
              <a:rPr lang="en-US"/>
              <a:t>Debugging &amp; Error Handling</a:t>
            </a:r>
            <a:endParaRPr/>
          </a:p>
        </p:txBody>
      </p:sp>
      <p:sp>
        <p:nvSpPr>
          <p:cNvPr id="642" name="Google Shape;642;g3e26d8eb961_2_555"/>
          <p:cNvSpPr txBox="1"/>
          <p:nvPr>
            <p:ph type="title"/>
          </p:nvPr>
        </p:nvSpPr>
        <p:spPr>
          <a:xfrm>
            <a:off x="800100" y="266701"/>
            <a:ext cx="10553700" cy="632100"/>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latin typeface="Lato"/>
                <a:ea typeface="Lato"/>
                <a:cs typeface="Lato"/>
                <a:sym typeface="Lato"/>
              </a:rPr>
              <a:t>Generative AI Use Case 2</a:t>
            </a:r>
            <a:endParaRPr/>
          </a:p>
        </p:txBody>
      </p:sp>
      <p:sp>
        <p:nvSpPr>
          <p:cNvPr id="643" name="Google Shape;643;g3e26d8eb961_2_555"/>
          <p:cNvSpPr txBox="1"/>
          <p:nvPr>
            <p:ph idx="2" type="body"/>
          </p:nvPr>
        </p:nvSpPr>
        <p:spPr>
          <a:xfrm>
            <a:off x="800100" y="1605068"/>
            <a:ext cx="10553700" cy="4452900"/>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b="1" lang="en-US"/>
              <a:t>Scenario</a:t>
            </a:r>
            <a:r>
              <a:rPr lang="en-US"/>
              <a:t>: You’ve encountered a cryptic compiler error or a runtime exception in a complex library.</a:t>
            </a:r>
            <a:endParaRPr/>
          </a:p>
          <a:p>
            <a:pPr indent="-285750" lvl="0" marL="285750" rtl="0" algn="l">
              <a:lnSpc>
                <a:spcPct val="120000"/>
              </a:lnSpc>
              <a:spcBef>
                <a:spcPts val="1000"/>
              </a:spcBef>
              <a:spcAft>
                <a:spcPts val="0"/>
              </a:spcAft>
              <a:buSzPts val="1600"/>
              <a:buFont typeface="Arial"/>
              <a:buChar char="•"/>
            </a:pPr>
            <a:r>
              <a:rPr b="1" lang="en-US"/>
              <a:t>Best Practice</a:t>
            </a:r>
            <a:r>
              <a:rPr lang="en-US"/>
              <a:t>:</a:t>
            </a:r>
            <a:endParaRPr/>
          </a:p>
          <a:p>
            <a:pPr indent="-285750" lvl="1" marL="752475" rtl="0" algn="l">
              <a:lnSpc>
                <a:spcPct val="120000"/>
              </a:lnSpc>
              <a:spcBef>
                <a:spcPts val="500"/>
              </a:spcBef>
              <a:spcAft>
                <a:spcPts val="0"/>
              </a:spcAft>
              <a:buSzPts val="1792"/>
              <a:buChar char="•"/>
            </a:pPr>
            <a:r>
              <a:rPr b="1" lang="en-US"/>
              <a:t>For public/non-approved tools:</a:t>
            </a:r>
            <a:r>
              <a:rPr lang="en-US"/>
              <a:t> Paste the error message (scrubbed of sensitive info) into the GenAI.</a:t>
            </a:r>
            <a:endParaRPr/>
          </a:p>
          <a:p>
            <a:pPr indent="-285750" lvl="1" marL="752475" rtl="0" algn="l">
              <a:lnSpc>
                <a:spcPct val="120000"/>
              </a:lnSpc>
              <a:spcBef>
                <a:spcPts val="500"/>
              </a:spcBef>
              <a:spcAft>
                <a:spcPts val="0"/>
              </a:spcAft>
              <a:buSzPts val="1792"/>
              <a:buChar char="•"/>
            </a:pPr>
            <a:r>
              <a:rPr b="1" lang="en-US"/>
              <a:t>SLAC-approved instances</a:t>
            </a:r>
            <a:r>
              <a:rPr lang="en-US"/>
              <a:t> </a:t>
            </a:r>
            <a:r>
              <a:rPr lang="en-US">
                <a:solidFill>
                  <a:srgbClr val="3F3F3F"/>
                </a:solidFill>
              </a:rPr>
              <a:t>(AI Accelerator, Claude Code via  SLAC AWS Bedrock)</a:t>
            </a:r>
            <a:r>
              <a:rPr lang="en-US"/>
              <a:t>: Sensitive info and CUI are permitted. No scrubbing needed.</a:t>
            </a:r>
            <a:endParaRPr/>
          </a:p>
          <a:p>
            <a:pPr indent="-285750" lvl="1" marL="752475" rtl="0" algn="l">
              <a:lnSpc>
                <a:spcPct val="120000"/>
              </a:lnSpc>
              <a:spcBef>
                <a:spcPts val="500"/>
              </a:spcBef>
              <a:spcAft>
                <a:spcPts val="0"/>
              </a:spcAft>
              <a:buSzPts val="1792"/>
              <a:buChar char="•"/>
            </a:pPr>
            <a:r>
              <a:rPr lang="en-US"/>
              <a:t>Ask for potential root causes and "fix" suggestions.</a:t>
            </a:r>
            <a:endParaRPr/>
          </a:p>
        </p:txBody>
      </p:sp>
      <p:sp>
        <p:nvSpPr>
          <p:cNvPr id="644" name="Google Shape;644;g3e26d8eb961_2_555"/>
          <p:cNvSpPr txBox="1"/>
          <p:nvPr>
            <p:ph idx="12" type="sldNum"/>
          </p:nvPr>
        </p:nvSpPr>
        <p:spPr>
          <a:xfrm>
            <a:off x="8610600" y="6282824"/>
            <a:ext cx="2743200" cy="365100"/>
          </a:xfrm>
          <a:prstGeom prst="rect">
            <a:avLst/>
          </a:prstGeom>
          <a:noFill/>
          <a:ln>
            <a:noFill/>
          </a:ln>
        </p:spPr>
        <p:txBody>
          <a:bodyPr anchorCtr="0" anchor="ctr" bIns="45700" lIns="91425"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g3e26d8eb961_2_738"/>
          <p:cNvSpPr txBox="1"/>
          <p:nvPr>
            <p:ph idx="1" type="body"/>
          </p:nvPr>
        </p:nvSpPr>
        <p:spPr>
          <a:xfrm>
            <a:off x="800100" y="1110216"/>
            <a:ext cx="10553700" cy="398400"/>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2000"/>
              <a:buFont typeface="Lato"/>
              <a:buNone/>
            </a:pPr>
            <a:r>
              <a:rPr lang="en-US"/>
              <a:t>Documentation &amp; Unit Testing</a:t>
            </a:r>
            <a:endParaRPr/>
          </a:p>
        </p:txBody>
      </p:sp>
      <p:sp>
        <p:nvSpPr>
          <p:cNvPr id="650" name="Google Shape;650;g3e26d8eb961_2_738"/>
          <p:cNvSpPr txBox="1"/>
          <p:nvPr>
            <p:ph type="title"/>
          </p:nvPr>
        </p:nvSpPr>
        <p:spPr>
          <a:xfrm>
            <a:off x="800100" y="266701"/>
            <a:ext cx="10553700" cy="632100"/>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latin typeface="Lato"/>
                <a:ea typeface="Lato"/>
                <a:cs typeface="Lato"/>
                <a:sym typeface="Lato"/>
              </a:rPr>
              <a:t>Generative AI Use Case 3</a:t>
            </a:r>
            <a:endParaRPr/>
          </a:p>
        </p:txBody>
      </p:sp>
      <p:sp>
        <p:nvSpPr>
          <p:cNvPr id="651" name="Google Shape;651;g3e26d8eb961_2_738"/>
          <p:cNvSpPr txBox="1"/>
          <p:nvPr>
            <p:ph idx="2" type="body"/>
          </p:nvPr>
        </p:nvSpPr>
        <p:spPr>
          <a:xfrm>
            <a:off x="800100" y="1605068"/>
            <a:ext cx="10553700" cy="4452900"/>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b="1" lang="en-US">
                <a:latin typeface="Lato"/>
                <a:ea typeface="Lato"/>
                <a:cs typeface="Lato"/>
                <a:sym typeface="Lato"/>
              </a:rPr>
              <a:t>Scenario</a:t>
            </a:r>
            <a:r>
              <a:rPr lang="en-US">
                <a:latin typeface="Lato"/>
                <a:ea typeface="Lato"/>
                <a:cs typeface="Lato"/>
                <a:sym typeface="Lato"/>
              </a:rPr>
              <a:t>: You have a function and need to generate README documentation or test cases.</a:t>
            </a:r>
            <a:endParaRPr>
              <a:latin typeface="Lato"/>
              <a:ea typeface="Lato"/>
              <a:cs typeface="Lato"/>
              <a:sym typeface="Lato"/>
            </a:endParaRPr>
          </a:p>
          <a:p>
            <a:pPr indent="-285750" lvl="0" marL="285750" rtl="0" algn="l">
              <a:lnSpc>
                <a:spcPct val="120000"/>
              </a:lnSpc>
              <a:spcBef>
                <a:spcPts val="0"/>
              </a:spcBef>
              <a:spcAft>
                <a:spcPts val="0"/>
              </a:spcAft>
              <a:buSzPts val="1600"/>
              <a:buFont typeface="Arial"/>
              <a:buChar char="•"/>
            </a:pPr>
            <a:r>
              <a:rPr b="1" lang="en-US"/>
              <a:t>Best Practice</a:t>
            </a:r>
            <a:r>
              <a:rPr lang="en-US"/>
              <a:t>:</a:t>
            </a:r>
            <a:endParaRPr/>
          </a:p>
          <a:p>
            <a:pPr indent="-173038" lvl="1" marL="466725" rtl="0" algn="l">
              <a:spcBef>
                <a:spcPts val="500"/>
              </a:spcBef>
              <a:spcAft>
                <a:spcPts val="0"/>
              </a:spcAft>
              <a:buSzPts val="1792"/>
              <a:buChar char="•"/>
            </a:pPr>
            <a:r>
              <a:rPr lang="en-US"/>
              <a:t>Provide the logic of the function and ask for a comprehensive test suite.</a:t>
            </a:r>
            <a:endParaRPr/>
          </a:p>
          <a:p>
            <a:pPr indent="-173038" lvl="1" marL="466725" rtl="0" algn="l">
              <a:spcBef>
                <a:spcPts val="500"/>
              </a:spcBef>
              <a:spcAft>
                <a:spcPts val="0"/>
              </a:spcAft>
              <a:buSzPts val="1792"/>
              <a:buChar char="•"/>
            </a:pPr>
            <a:r>
              <a:rPr b="1" lang="en-US"/>
              <a:t>Pro-Tip</a:t>
            </a:r>
            <a:r>
              <a:rPr lang="en-US"/>
              <a:t>: Ask the AI to identify "edge cases" you might have missed.</a:t>
            </a:r>
            <a:endParaRPr/>
          </a:p>
          <a:p>
            <a:pPr indent="-285750" lvl="0" marL="285750" rtl="0" algn="l">
              <a:lnSpc>
                <a:spcPct val="120000"/>
              </a:lnSpc>
              <a:spcBef>
                <a:spcPts val="1000"/>
              </a:spcBef>
              <a:spcAft>
                <a:spcPts val="0"/>
              </a:spcAft>
              <a:buSzPts val="1600"/>
              <a:buFont typeface="Arial"/>
              <a:buChar char="•"/>
            </a:pPr>
            <a:r>
              <a:rPr b="1" lang="en-US"/>
              <a:t>Note: </a:t>
            </a:r>
            <a:r>
              <a:rPr lang="en-US"/>
              <a:t>SLAC-approved instances </a:t>
            </a:r>
            <a:r>
              <a:rPr lang="en-US">
                <a:solidFill>
                  <a:srgbClr val="3F3F3F"/>
                </a:solidFill>
              </a:rPr>
              <a:t>(AI Accelerator, Claude Code via  SLAC AWS Bedrock)</a:t>
            </a:r>
            <a:r>
              <a:rPr lang="en-US"/>
              <a:t> are approved for sensitive information including CUI; no need to scrub data when using these tools. Scrubbing is only required for public/non-approved tools.</a:t>
            </a:r>
            <a:endParaRPr/>
          </a:p>
        </p:txBody>
      </p:sp>
      <p:sp>
        <p:nvSpPr>
          <p:cNvPr id="652" name="Google Shape;652;g3e26d8eb961_2_738"/>
          <p:cNvSpPr txBox="1"/>
          <p:nvPr>
            <p:ph idx="12" type="sldNum"/>
          </p:nvPr>
        </p:nvSpPr>
        <p:spPr>
          <a:xfrm>
            <a:off x="8610600" y="6282824"/>
            <a:ext cx="2743200" cy="365100"/>
          </a:xfrm>
          <a:prstGeom prst="rect">
            <a:avLst/>
          </a:prstGeom>
          <a:noFill/>
          <a:ln>
            <a:noFill/>
          </a:ln>
        </p:spPr>
        <p:txBody>
          <a:bodyPr anchorCtr="0" anchor="ctr" bIns="45700" lIns="91425"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g3e26d8eb961_2_921"/>
          <p:cNvSpPr txBox="1"/>
          <p:nvPr>
            <p:ph idx="1" type="body"/>
          </p:nvPr>
        </p:nvSpPr>
        <p:spPr>
          <a:xfrm>
            <a:off x="800100" y="1110216"/>
            <a:ext cx="10553700" cy="398400"/>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2000"/>
              <a:buFont typeface="Lato"/>
              <a:buNone/>
            </a:pPr>
            <a:r>
              <a:rPr lang="en-US"/>
              <a:t>The "Helpful" IDE Extension</a:t>
            </a:r>
            <a:endParaRPr/>
          </a:p>
        </p:txBody>
      </p:sp>
      <p:sp>
        <p:nvSpPr>
          <p:cNvPr id="658" name="Google Shape;658;g3e26d8eb961_2_921"/>
          <p:cNvSpPr txBox="1"/>
          <p:nvPr>
            <p:ph type="title"/>
          </p:nvPr>
        </p:nvSpPr>
        <p:spPr>
          <a:xfrm>
            <a:off x="800100" y="266701"/>
            <a:ext cx="10553700" cy="632100"/>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latin typeface="Lato"/>
                <a:ea typeface="Lato"/>
                <a:cs typeface="Lato"/>
                <a:sym typeface="Lato"/>
              </a:rPr>
              <a:t>Allowed or Not? (1)</a:t>
            </a:r>
            <a:endParaRPr/>
          </a:p>
        </p:txBody>
      </p:sp>
      <p:sp>
        <p:nvSpPr>
          <p:cNvPr id="659" name="Google Shape;659;g3e26d8eb961_2_921"/>
          <p:cNvSpPr txBox="1"/>
          <p:nvPr>
            <p:ph idx="2" type="body"/>
          </p:nvPr>
        </p:nvSpPr>
        <p:spPr>
          <a:xfrm>
            <a:off x="800100" y="1605068"/>
            <a:ext cx="10553700" cy="4452900"/>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lang="en-US">
                <a:latin typeface="Lato"/>
                <a:ea typeface="Lato"/>
                <a:cs typeface="Lato"/>
                <a:sym typeface="Lato"/>
              </a:rPr>
              <a:t>You want to install a new, trending AI-powered extension in the IDE that automatically fixes bugs in your workspace as you type.</a:t>
            </a:r>
            <a:endParaRPr/>
          </a:p>
          <a:p>
            <a:pPr indent="-285750" lvl="0" marL="285750" rtl="0" algn="l">
              <a:lnSpc>
                <a:spcPct val="120000"/>
              </a:lnSpc>
              <a:spcBef>
                <a:spcPts val="1000"/>
              </a:spcBef>
              <a:spcAft>
                <a:spcPts val="0"/>
              </a:spcAft>
              <a:buSzPts val="1600"/>
              <a:buFont typeface="Arial"/>
              <a:buChar char="•"/>
            </a:pPr>
            <a:r>
              <a:rPr lang="en-US">
                <a:latin typeface="Lato"/>
                <a:ea typeface="Lato"/>
                <a:cs typeface="Lato"/>
                <a:sym typeface="Lato"/>
              </a:rPr>
              <a:t>Allowed?  </a:t>
            </a:r>
            <a:r>
              <a:rPr b="1" lang="en-US">
                <a:latin typeface="Lato"/>
                <a:ea typeface="Lato"/>
                <a:cs typeface="Lato"/>
                <a:sym typeface="Lato"/>
              </a:rPr>
              <a:t>NO</a:t>
            </a:r>
            <a:r>
              <a:rPr lang="en-US">
                <a:latin typeface="Lato"/>
                <a:ea typeface="Lato"/>
                <a:cs typeface="Lato"/>
                <a:sym typeface="Lato"/>
              </a:rPr>
              <a:t> (unless specifically approved).</a:t>
            </a:r>
            <a:endParaRPr/>
          </a:p>
          <a:p>
            <a:pPr indent="-285750" lvl="0" marL="285750" rtl="0" algn="l">
              <a:lnSpc>
                <a:spcPct val="120000"/>
              </a:lnSpc>
              <a:spcBef>
                <a:spcPts val="1000"/>
              </a:spcBef>
              <a:spcAft>
                <a:spcPts val="0"/>
              </a:spcAft>
              <a:buSzPts val="1600"/>
              <a:buFont typeface="Arial"/>
              <a:buChar char="•"/>
            </a:pPr>
            <a:r>
              <a:rPr lang="en-US">
                <a:latin typeface="Lato"/>
                <a:ea typeface="Lato"/>
                <a:cs typeface="Lato"/>
                <a:sym typeface="Lato"/>
              </a:rPr>
              <a:t>Use GitHub Copilot or Claude Code Extension with SLAC Bedrock API key.</a:t>
            </a:r>
            <a:endParaRPr/>
          </a:p>
          <a:p>
            <a:pPr indent="-184150" lvl="0" marL="285750" rtl="0" algn="l">
              <a:lnSpc>
                <a:spcPct val="120000"/>
              </a:lnSpc>
              <a:spcBef>
                <a:spcPts val="1000"/>
              </a:spcBef>
              <a:spcAft>
                <a:spcPts val="0"/>
              </a:spcAft>
              <a:buSzPts val="1600"/>
              <a:buFont typeface="Arial"/>
              <a:buNone/>
            </a:pPr>
            <a:r>
              <a:t/>
            </a:r>
            <a:endParaRPr/>
          </a:p>
        </p:txBody>
      </p:sp>
      <p:sp>
        <p:nvSpPr>
          <p:cNvPr id="660" name="Google Shape;660;g3e26d8eb961_2_921"/>
          <p:cNvSpPr txBox="1"/>
          <p:nvPr>
            <p:ph idx="12" type="sldNum"/>
          </p:nvPr>
        </p:nvSpPr>
        <p:spPr>
          <a:xfrm>
            <a:off x="8610600" y="6282824"/>
            <a:ext cx="2743200" cy="365100"/>
          </a:xfrm>
          <a:prstGeom prst="rect">
            <a:avLst/>
          </a:prstGeom>
          <a:noFill/>
          <a:ln>
            <a:noFill/>
          </a:ln>
        </p:spPr>
        <p:txBody>
          <a:bodyPr anchorCtr="0" anchor="ctr" bIns="45700" lIns="91425"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g3e26d8eb961_2_1652"/>
          <p:cNvSpPr txBox="1"/>
          <p:nvPr>
            <p:ph type="title"/>
          </p:nvPr>
        </p:nvSpPr>
        <p:spPr>
          <a:xfrm>
            <a:off x="800100" y="266701"/>
            <a:ext cx="10553700" cy="632100"/>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Summary &amp; Resources</a:t>
            </a:r>
            <a:endParaRPr/>
          </a:p>
        </p:txBody>
      </p:sp>
      <p:sp>
        <p:nvSpPr>
          <p:cNvPr id="666" name="Google Shape;666;g3e26d8eb961_2_1652"/>
          <p:cNvSpPr txBox="1"/>
          <p:nvPr>
            <p:ph idx="2" type="body"/>
          </p:nvPr>
        </p:nvSpPr>
        <p:spPr>
          <a:xfrm>
            <a:off x="800100" y="1155364"/>
            <a:ext cx="10547400" cy="4902600"/>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b="1" lang="en-US"/>
              <a:t>Stay Secure</a:t>
            </a:r>
            <a:r>
              <a:rPr lang="en-US"/>
              <a:t>: Use SLAC-managed AI instances (</a:t>
            </a:r>
            <a:r>
              <a:rPr lang="en-US">
                <a:solidFill>
                  <a:srgbClr val="3F3F3F"/>
                </a:solidFill>
              </a:rPr>
              <a:t>SLAC AI Accelerator and GitHub Copilot</a:t>
            </a:r>
            <a:r>
              <a:rPr lang="en-US" sz="1100">
                <a:solidFill>
                  <a:schemeClr val="dk1"/>
                </a:solidFill>
                <a:latin typeface="Arial"/>
                <a:ea typeface="Arial"/>
                <a:cs typeface="Arial"/>
                <a:sym typeface="Arial"/>
              </a:rPr>
              <a:t> </a:t>
            </a:r>
            <a:r>
              <a:rPr lang="en-US"/>
              <a:t>).</a:t>
            </a:r>
            <a:endParaRPr/>
          </a:p>
          <a:p>
            <a:pPr indent="-285750" lvl="0" marL="285750" rtl="0" algn="l">
              <a:lnSpc>
                <a:spcPct val="120000"/>
              </a:lnSpc>
              <a:spcBef>
                <a:spcPts val="1000"/>
              </a:spcBef>
              <a:spcAft>
                <a:spcPts val="0"/>
              </a:spcAft>
              <a:buSzPts val="1600"/>
              <a:buFont typeface="Arial"/>
              <a:buChar char="•"/>
            </a:pPr>
            <a:r>
              <a:rPr b="1" lang="en-US"/>
              <a:t>Stay Sharp</a:t>
            </a:r>
            <a:r>
              <a:rPr lang="en-US"/>
              <a:t>: Verify all output.</a:t>
            </a:r>
            <a:endParaRPr/>
          </a:p>
          <a:p>
            <a:pPr indent="-285750" lvl="0" marL="285750" rtl="0" algn="l">
              <a:lnSpc>
                <a:spcPct val="120000"/>
              </a:lnSpc>
              <a:spcBef>
                <a:spcPts val="1000"/>
              </a:spcBef>
              <a:spcAft>
                <a:spcPts val="0"/>
              </a:spcAft>
              <a:buSzPts val="1600"/>
              <a:buFont typeface="Arial"/>
              <a:buChar char="•"/>
            </a:pPr>
            <a:r>
              <a:rPr b="1" lang="en-US">
                <a:latin typeface="Lato"/>
                <a:ea typeface="Lato"/>
                <a:cs typeface="Lato"/>
                <a:sym typeface="Lato"/>
              </a:rPr>
              <a:t>GenAI</a:t>
            </a:r>
            <a:r>
              <a:rPr lang="en-US">
                <a:latin typeface="Lato"/>
                <a:ea typeface="Lato"/>
                <a:cs typeface="Lato"/>
                <a:sym typeface="Lato"/>
              </a:rPr>
              <a:t> is a </a:t>
            </a:r>
            <a:r>
              <a:rPr b="1" lang="en-US">
                <a:latin typeface="Lato"/>
                <a:ea typeface="Lato"/>
                <a:cs typeface="Lato"/>
                <a:sym typeface="Lato"/>
              </a:rPr>
              <a:t>Consultant</a:t>
            </a:r>
            <a:r>
              <a:rPr lang="en-US">
                <a:latin typeface="Lato"/>
                <a:ea typeface="Lato"/>
                <a:cs typeface="Lato"/>
                <a:sym typeface="Lato"/>
              </a:rPr>
              <a:t> (It gives advice/text). </a:t>
            </a:r>
            <a:r>
              <a:rPr b="1" lang="en-US">
                <a:latin typeface="Lato"/>
                <a:ea typeface="Lato"/>
                <a:cs typeface="Lato"/>
                <a:sym typeface="Lato"/>
              </a:rPr>
              <a:t>Agentic AI</a:t>
            </a:r>
            <a:r>
              <a:rPr lang="en-US">
                <a:latin typeface="Lato"/>
                <a:ea typeface="Lato"/>
                <a:cs typeface="Lato"/>
                <a:sym typeface="Lato"/>
              </a:rPr>
              <a:t> is an </a:t>
            </a:r>
            <a:r>
              <a:rPr b="1" lang="en-US">
                <a:latin typeface="Lato"/>
                <a:ea typeface="Lato"/>
                <a:cs typeface="Lato"/>
                <a:sym typeface="Lato"/>
              </a:rPr>
              <a:t>Employee</a:t>
            </a:r>
            <a:r>
              <a:rPr lang="en-US">
                <a:latin typeface="Lato"/>
                <a:ea typeface="Lato"/>
                <a:cs typeface="Lato"/>
                <a:sym typeface="Lato"/>
              </a:rPr>
              <a:t> (It takes action). You are the </a:t>
            </a:r>
            <a:r>
              <a:rPr b="1" lang="en-US">
                <a:latin typeface="Lato"/>
                <a:ea typeface="Lato"/>
                <a:cs typeface="Lato"/>
                <a:sym typeface="Lato"/>
              </a:rPr>
              <a:t>Manager</a:t>
            </a:r>
            <a:r>
              <a:rPr lang="en-US">
                <a:latin typeface="Lato"/>
                <a:ea typeface="Lato"/>
                <a:cs typeface="Lato"/>
                <a:sym typeface="Lato"/>
              </a:rPr>
              <a:t>. </a:t>
            </a:r>
            <a:endParaRPr/>
          </a:p>
          <a:p>
            <a:pPr indent="-285750" lvl="0" marL="285750" rtl="0" algn="l">
              <a:lnSpc>
                <a:spcPct val="120000"/>
              </a:lnSpc>
              <a:spcBef>
                <a:spcPts val="1000"/>
              </a:spcBef>
              <a:spcAft>
                <a:spcPts val="0"/>
              </a:spcAft>
              <a:buSzPts val="1600"/>
              <a:buFont typeface="Arial"/>
              <a:buChar char="•"/>
            </a:pPr>
            <a:r>
              <a:rPr lang="en-US">
                <a:latin typeface="Lato"/>
                <a:ea typeface="Lato"/>
                <a:cs typeface="Lato"/>
                <a:sym typeface="Lato"/>
              </a:rPr>
              <a:t>For any questions regarding </a:t>
            </a:r>
            <a:r>
              <a:rPr b="1" lang="en-US">
                <a:latin typeface="Lato"/>
                <a:ea typeface="Lato"/>
                <a:cs typeface="Lato"/>
                <a:sym typeface="Lato"/>
              </a:rPr>
              <a:t>GenAI cybersecurity</a:t>
            </a:r>
            <a:r>
              <a:rPr lang="en-US">
                <a:latin typeface="Lato"/>
                <a:ea typeface="Lato"/>
                <a:cs typeface="Lato"/>
                <a:sym typeface="Lato"/>
              </a:rPr>
              <a:t>, please contact</a:t>
            </a:r>
            <a:r>
              <a:rPr lang="en-US"/>
              <a:t> </a:t>
            </a:r>
            <a:r>
              <a:rPr b="1" lang="en-US"/>
              <a:t>#slac-it-ai</a:t>
            </a:r>
            <a:r>
              <a:rPr lang="en-US"/>
              <a:t> in slack channel</a:t>
            </a:r>
            <a:r>
              <a:rPr lang="en-US">
                <a:latin typeface="Lato"/>
                <a:ea typeface="Lato"/>
                <a:cs typeface="Lato"/>
                <a:sym typeface="Lato"/>
              </a:rPr>
              <a:t>.</a:t>
            </a:r>
            <a:endParaRPr>
              <a:latin typeface="Lato"/>
              <a:ea typeface="Lato"/>
              <a:cs typeface="Lato"/>
              <a:sym typeface="Lato"/>
            </a:endParaRPr>
          </a:p>
          <a:p>
            <a:pPr indent="-285750" lvl="0" marL="285750" rtl="0" algn="l">
              <a:lnSpc>
                <a:spcPct val="120000"/>
              </a:lnSpc>
              <a:spcBef>
                <a:spcPts val="1000"/>
              </a:spcBef>
              <a:spcAft>
                <a:spcPts val="0"/>
              </a:spcAft>
              <a:buSzPts val="1600"/>
              <a:buFont typeface="Arial"/>
              <a:buChar char="•"/>
            </a:pPr>
            <a:r>
              <a:rPr b="1" lang="en-US">
                <a:latin typeface="Lato"/>
                <a:ea typeface="Lato"/>
                <a:cs typeface="Lato"/>
                <a:sym typeface="Lato"/>
              </a:rPr>
              <a:t>References</a:t>
            </a:r>
            <a:r>
              <a:rPr lang="en-US">
                <a:latin typeface="Lato"/>
                <a:ea typeface="Lato"/>
                <a:cs typeface="Lato"/>
                <a:sym typeface="Lato"/>
              </a:rPr>
              <a:t>: </a:t>
            </a:r>
            <a:endParaRPr/>
          </a:p>
          <a:p>
            <a:pPr indent="-285750" lvl="1" marL="752475" rtl="0" algn="l">
              <a:lnSpc>
                <a:spcPct val="120000"/>
              </a:lnSpc>
              <a:spcBef>
                <a:spcPts val="500"/>
              </a:spcBef>
              <a:spcAft>
                <a:spcPts val="0"/>
              </a:spcAft>
              <a:buSzPts val="1792"/>
              <a:buChar char="•"/>
            </a:pPr>
            <a:r>
              <a:rPr lang="en-US">
                <a:latin typeface="Lato"/>
                <a:ea typeface="Lato"/>
                <a:cs typeface="Lato"/>
                <a:sym typeface="Lato"/>
              </a:rPr>
              <a:t>Approved generative AI tools for SLAC: </a:t>
            </a:r>
            <a:r>
              <a:rPr lang="en-US" u="sng">
                <a:solidFill>
                  <a:schemeClr val="hlink"/>
                </a:solidFill>
                <a:latin typeface="Lato"/>
                <a:ea typeface="Lato"/>
                <a:cs typeface="Lato"/>
                <a:sym typeface="Lato"/>
                <a:hlinkClick r:id="rId3"/>
              </a:rPr>
              <a:t>https://slacprod.servicenowservices.com/now/nav/ui/classic/params/target/kb_view.do%3Fsys_kb_id%3D5e71bf6b47f8765024b7b995136d4328</a:t>
            </a:r>
            <a:endParaRPr>
              <a:latin typeface="Lato"/>
              <a:ea typeface="Lato"/>
              <a:cs typeface="Lato"/>
              <a:sym typeface="Lato"/>
            </a:endParaRPr>
          </a:p>
          <a:p>
            <a:pPr indent="-285750" lvl="1" marL="752475" rtl="0" algn="l">
              <a:lnSpc>
                <a:spcPct val="120000"/>
              </a:lnSpc>
              <a:spcBef>
                <a:spcPts val="500"/>
              </a:spcBef>
              <a:spcAft>
                <a:spcPts val="0"/>
              </a:spcAft>
              <a:buSzPts val="1792"/>
              <a:buChar char="•"/>
            </a:pPr>
            <a:r>
              <a:rPr lang="en-US">
                <a:latin typeface="Lato"/>
                <a:ea typeface="Lato"/>
                <a:cs typeface="Lato"/>
                <a:sym typeface="Lato"/>
              </a:rPr>
              <a:t>Banned Hardware and Software:</a:t>
            </a:r>
            <a:br>
              <a:rPr lang="en-US"/>
            </a:br>
            <a:r>
              <a:rPr lang="en-US" u="sng">
                <a:solidFill>
                  <a:schemeClr val="hlink"/>
                </a:solidFill>
                <a:latin typeface="Lato"/>
                <a:ea typeface="Lato"/>
                <a:cs typeface="Lato"/>
                <a:sym typeface="Lato"/>
                <a:hlinkClick r:id="rId4"/>
              </a:rPr>
              <a:t>https://slacprod.servicenowservices.com/kb_view.do?sysparm_article=KB0011588</a:t>
            </a:r>
            <a:endParaRPr>
              <a:latin typeface="Lato"/>
              <a:ea typeface="Lato"/>
              <a:cs typeface="Lato"/>
              <a:sym typeface="Lato"/>
            </a:endParaRPr>
          </a:p>
          <a:p>
            <a:pPr indent="-285750" lvl="0" marL="752475" rtl="0" algn="l">
              <a:lnSpc>
                <a:spcPct val="120000"/>
              </a:lnSpc>
              <a:spcBef>
                <a:spcPts val="1000"/>
              </a:spcBef>
              <a:spcAft>
                <a:spcPts val="0"/>
              </a:spcAft>
              <a:buSzPts val="1792"/>
              <a:buFont typeface="Arial"/>
              <a:buChar char="•"/>
            </a:pPr>
            <a:r>
              <a:rPr lang="en-US">
                <a:latin typeface="Lato"/>
                <a:ea typeface="Lato"/>
                <a:cs typeface="Lato"/>
                <a:sym typeface="Lato"/>
              </a:rPr>
              <a:t>Incidental Use of Personally Owned Computers:</a:t>
            </a:r>
            <a:br>
              <a:rPr lang="en-US">
                <a:latin typeface="Lato"/>
                <a:ea typeface="Lato"/>
                <a:cs typeface="Lato"/>
                <a:sym typeface="Lato"/>
              </a:rPr>
            </a:br>
            <a:r>
              <a:rPr lang="en-US" u="sng">
                <a:solidFill>
                  <a:schemeClr val="hlink"/>
                </a:solidFill>
                <a:latin typeface="Lato"/>
                <a:ea typeface="Lato"/>
                <a:cs typeface="Lato"/>
                <a:sym typeface="Lato"/>
                <a:hlinkClick r:id="rId5"/>
              </a:rPr>
              <a:t>https://slacprod.servicenowservices.com/kb_view.do?sysparm_article=KB0012569</a:t>
            </a:r>
            <a:endParaRPr>
              <a:latin typeface="Lato"/>
              <a:ea typeface="Lato"/>
              <a:cs typeface="Lato"/>
              <a:sym typeface="Lato"/>
            </a:endParaRPr>
          </a:p>
          <a:p>
            <a:pPr indent="0" lvl="0" marL="466725" rtl="0" algn="l">
              <a:lnSpc>
                <a:spcPct val="120000"/>
              </a:lnSpc>
              <a:spcBef>
                <a:spcPts val="1000"/>
              </a:spcBef>
              <a:spcAft>
                <a:spcPts val="0"/>
              </a:spcAft>
              <a:buSzPts val="1792"/>
              <a:buFont typeface="Lato"/>
              <a:buNone/>
            </a:pPr>
            <a:r>
              <a:t/>
            </a:r>
            <a:endParaRPr/>
          </a:p>
          <a:p>
            <a:pPr indent="-171958" lvl="1" marL="752475" rtl="0" algn="l">
              <a:lnSpc>
                <a:spcPct val="120000"/>
              </a:lnSpc>
              <a:spcBef>
                <a:spcPts val="500"/>
              </a:spcBef>
              <a:spcAft>
                <a:spcPts val="0"/>
              </a:spcAft>
              <a:buSzPts val="1792"/>
              <a:buFont typeface="Arial"/>
              <a:buNone/>
            </a:pPr>
            <a:r>
              <a:t/>
            </a:r>
            <a:endParaRPr/>
          </a:p>
          <a:p>
            <a:pPr indent="-184150" lvl="0" marL="285750" rtl="0" algn="l">
              <a:lnSpc>
                <a:spcPct val="120000"/>
              </a:lnSpc>
              <a:spcBef>
                <a:spcPts val="1000"/>
              </a:spcBef>
              <a:spcAft>
                <a:spcPts val="0"/>
              </a:spcAft>
              <a:buSzPts val="1600"/>
              <a:buFont typeface="Arial"/>
              <a:buNone/>
            </a:pPr>
            <a:r>
              <a:t/>
            </a:r>
            <a:endParaRPr/>
          </a:p>
        </p:txBody>
      </p:sp>
      <p:sp>
        <p:nvSpPr>
          <p:cNvPr id="667" name="Google Shape;667;g3e26d8eb961_2_1652"/>
          <p:cNvSpPr txBox="1"/>
          <p:nvPr>
            <p:ph idx="12" type="sldNum"/>
          </p:nvPr>
        </p:nvSpPr>
        <p:spPr>
          <a:xfrm>
            <a:off x="8610600" y="6282824"/>
            <a:ext cx="2743200" cy="365100"/>
          </a:xfrm>
          <a:prstGeom prst="rect">
            <a:avLst/>
          </a:prstGeom>
          <a:noFill/>
          <a:ln>
            <a:noFill/>
          </a:ln>
        </p:spPr>
        <p:txBody>
          <a:bodyPr anchorCtr="0" anchor="ctr" bIns="45700" lIns="91425"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g3e26d8eb961_2_1658"/>
          <p:cNvSpPr txBox="1"/>
          <p:nvPr>
            <p:ph type="title"/>
          </p:nvPr>
        </p:nvSpPr>
        <p:spPr>
          <a:xfrm>
            <a:off x="800100" y="266701"/>
            <a:ext cx="10553700" cy="632100"/>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Summary &amp; Resources</a:t>
            </a:r>
            <a:endParaRPr/>
          </a:p>
        </p:txBody>
      </p:sp>
      <p:sp>
        <p:nvSpPr>
          <p:cNvPr id="673" name="Google Shape;673;g3e26d8eb961_2_1658"/>
          <p:cNvSpPr txBox="1"/>
          <p:nvPr>
            <p:ph idx="2" type="body"/>
          </p:nvPr>
        </p:nvSpPr>
        <p:spPr>
          <a:xfrm>
            <a:off x="800100" y="1155375"/>
            <a:ext cx="10553700" cy="5127600"/>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b="1" lang="en-US"/>
              <a:t>Stay Secure</a:t>
            </a:r>
            <a:r>
              <a:rPr lang="en-US"/>
              <a:t>: Use SLAC-managed AI instances (</a:t>
            </a:r>
            <a:r>
              <a:rPr lang="en-US">
                <a:solidFill>
                  <a:srgbClr val="3F3F3F"/>
                </a:solidFill>
              </a:rPr>
              <a:t>SLAC AI Accelerator and GitHub Copilot</a:t>
            </a:r>
            <a:r>
              <a:rPr lang="en-US" sz="1100">
                <a:solidFill>
                  <a:schemeClr val="dk1"/>
                </a:solidFill>
                <a:latin typeface="Arial"/>
                <a:ea typeface="Arial"/>
                <a:cs typeface="Arial"/>
                <a:sym typeface="Arial"/>
              </a:rPr>
              <a:t> </a:t>
            </a:r>
            <a:r>
              <a:rPr lang="en-US"/>
              <a:t>).</a:t>
            </a:r>
            <a:endParaRPr/>
          </a:p>
          <a:p>
            <a:pPr indent="-285750" lvl="0" marL="285750" rtl="0" algn="l">
              <a:lnSpc>
                <a:spcPct val="120000"/>
              </a:lnSpc>
              <a:spcBef>
                <a:spcPts val="1000"/>
              </a:spcBef>
              <a:spcAft>
                <a:spcPts val="0"/>
              </a:spcAft>
              <a:buSzPts val="1600"/>
              <a:buFont typeface="Arial"/>
              <a:buChar char="•"/>
            </a:pPr>
            <a:r>
              <a:rPr b="1" lang="en-US"/>
              <a:t>Stay Sharp</a:t>
            </a:r>
            <a:r>
              <a:rPr lang="en-US"/>
              <a:t>: Verify all output.</a:t>
            </a:r>
            <a:endParaRPr/>
          </a:p>
          <a:p>
            <a:pPr indent="-285750" lvl="0" marL="285750" rtl="0" algn="l">
              <a:lnSpc>
                <a:spcPct val="120000"/>
              </a:lnSpc>
              <a:spcBef>
                <a:spcPts val="1000"/>
              </a:spcBef>
              <a:spcAft>
                <a:spcPts val="0"/>
              </a:spcAft>
              <a:buSzPts val="1600"/>
              <a:buFont typeface="Arial"/>
              <a:buChar char="•"/>
            </a:pPr>
            <a:r>
              <a:rPr b="1" lang="en-US">
                <a:latin typeface="Lato"/>
                <a:ea typeface="Lato"/>
                <a:cs typeface="Lato"/>
                <a:sym typeface="Lato"/>
              </a:rPr>
              <a:t>GenAI</a:t>
            </a:r>
            <a:r>
              <a:rPr lang="en-US">
                <a:latin typeface="Lato"/>
                <a:ea typeface="Lato"/>
                <a:cs typeface="Lato"/>
                <a:sym typeface="Lato"/>
              </a:rPr>
              <a:t> is a </a:t>
            </a:r>
            <a:r>
              <a:rPr b="1" lang="en-US">
                <a:latin typeface="Lato"/>
                <a:ea typeface="Lato"/>
                <a:cs typeface="Lato"/>
                <a:sym typeface="Lato"/>
              </a:rPr>
              <a:t>Consultant</a:t>
            </a:r>
            <a:r>
              <a:rPr lang="en-US">
                <a:latin typeface="Lato"/>
                <a:ea typeface="Lato"/>
                <a:cs typeface="Lato"/>
                <a:sym typeface="Lato"/>
              </a:rPr>
              <a:t> (It gives advice/text). </a:t>
            </a:r>
            <a:r>
              <a:rPr b="1" lang="en-US">
                <a:latin typeface="Lato"/>
                <a:ea typeface="Lato"/>
                <a:cs typeface="Lato"/>
                <a:sym typeface="Lato"/>
              </a:rPr>
              <a:t>Agentic AI</a:t>
            </a:r>
            <a:r>
              <a:rPr lang="en-US">
                <a:latin typeface="Lato"/>
                <a:ea typeface="Lato"/>
                <a:cs typeface="Lato"/>
                <a:sym typeface="Lato"/>
              </a:rPr>
              <a:t> is an </a:t>
            </a:r>
            <a:r>
              <a:rPr b="1" lang="en-US">
                <a:latin typeface="Lato"/>
                <a:ea typeface="Lato"/>
                <a:cs typeface="Lato"/>
                <a:sym typeface="Lato"/>
              </a:rPr>
              <a:t>Employee</a:t>
            </a:r>
            <a:r>
              <a:rPr lang="en-US">
                <a:latin typeface="Lato"/>
                <a:ea typeface="Lato"/>
                <a:cs typeface="Lato"/>
                <a:sym typeface="Lato"/>
              </a:rPr>
              <a:t> (It takes action). You are the </a:t>
            </a:r>
            <a:r>
              <a:rPr b="1" lang="en-US">
                <a:latin typeface="Lato"/>
                <a:ea typeface="Lato"/>
                <a:cs typeface="Lato"/>
                <a:sym typeface="Lato"/>
              </a:rPr>
              <a:t>Manager</a:t>
            </a:r>
            <a:r>
              <a:rPr lang="en-US">
                <a:latin typeface="Lato"/>
                <a:ea typeface="Lato"/>
                <a:cs typeface="Lato"/>
                <a:sym typeface="Lato"/>
              </a:rPr>
              <a:t>. </a:t>
            </a:r>
            <a:endParaRPr/>
          </a:p>
          <a:p>
            <a:pPr indent="-285750" lvl="0" marL="285750" rtl="0" algn="l">
              <a:lnSpc>
                <a:spcPct val="120000"/>
              </a:lnSpc>
              <a:spcBef>
                <a:spcPts val="1000"/>
              </a:spcBef>
              <a:spcAft>
                <a:spcPts val="0"/>
              </a:spcAft>
              <a:buSzPts val="1600"/>
              <a:buFont typeface="Arial"/>
              <a:buChar char="•"/>
            </a:pPr>
            <a:r>
              <a:rPr lang="en-US">
                <a:latin typeface="Lato"/>
                <a:ea typeface="Lato"/>
                <a:cs typeface="Lato"/>
                <a:sym typeface="Lato"/>
              </a:rPr>
              <a:t>For any questions regarding </a:t>
            </a:r>
            <a:r>
              <a:rPr b="1" lang="en-US">
                <a:latin typeface="Lato"/>
                <a:ea typeface="Lato"/>
                <a:cs typeface="Lato"/>
                <a:sym typeface="Lato"/>
              </a:rPr>
              <a:t>GenAI cybersecurity</a:t>
            </a:r>
            <a:r>
              <a:rPr lang="en-US">
                <a:latin typeface="Lato"/>
                <a:ea typeface="Lato"/>
                <a:cs typeface="Lato"/>
                <a:sym typeface="Lato"/>
              </a:rPr>
              <a:t>, please contact</a:t>
            </a:r>
            <a:r>
              <a:rPr lang="en-US"/>
              <a:t> </a:t>
            </a:r>
            <a:r>
              <a:rPr b="1" lang="en-US"/>
              <a:t>#slac-it-ai</a:t>
            </a:r>
            <a:r>
              <a:rPr lang="en-US"/>
              <a:t> in slack channel</a:t>
            </a:r>
            <a:r>
              <a:rPr lang="en-US">
                <a:latin typeface="Lato"/>
                <a:ea typeface="Lato"/>
                <a:cs typeface="Lato"/>
                <a:sym typeface="Lato"/>
              </a:rPr>
              <a:t>.</a:t>
            </a:r>
            <a:endParaRPr>
              <a:latin typeface="Lato"/>
              <a:ea typeface="Lato"/>
              <a:cs typeface="Lato"/>
              <a:sym typeface="Lato"/>
            </a:endParaRPr>
          </a:p>
          <a:p>
            <a:pPr indent="-285750" lvl="0" marL="285750" rtl="0" algn="l">
              <a:lnSpc>
                <a:spcPct val="120000"/>
              </a:lnSpc>
              <a:spcBef>
                <a:spcPts val="1000"/>
              </a:spcBef>
              <a:spcAft>
                <a:spcPts val="0"/>
              </a:spcAft>
              <a:buSzPts val="1600"/>
              <a:buFont typeface="Arial"/>
              <a:buChar char="•"/>
            </a:pPr>
            <a:r>
              <a:rPr b="1" lang="en-US">
                <a:latin typeface="Lato"/>
                <a:ea typeface="Lato"/>
                <a:cs typeface="Lato"/>
                <a:sym typeface="Lato"/>
              </a:rPr>
              <a:t>References</a:t>
            </a:r>
            <a:r>
              <a:rPr lang="en-US">
                <a:latin typeface="Lato"/>
                <a:ea typeface="Lato"/>
                <a:cs typeface="Lato"/>
                <a:sym typeface="Lato"/>
              </a:rPr>
              <a:t>: </a:t>
            </a:r>
            <a:endParaRPr/>
          </a:p>
          <a:p>
            <a:pPr indent="-285750" lvl="1" marL="752475" rtl="0" algn="l">
              <a:lnSpc>
                <a:spcPct val="120000"/>
              </a:lnSpc>
              <a:spcBef>
                <a:spcPts val="500"/>
              </a:spcBef>
              <a:spcAft>
                <a:spcPts val="0"/>
              </a:spcAft>
              <a:buSzPts val="1792"/>
              <a:buChar char="•"/>
            </a:pPr>
            <a:r>
              <a:rPr lang="en-US">
                <a:latin typeface="Lato"/>
                <a:ea typeface="Lato"/>
                <a:cs typeface="Lato"/>
                <a:sym typeface="Lato"/>
              </a:rPr>
              <a:t>Approved generative AI tools for SLAC: </a:t>
            </a:r>
            <a:r>
              <a:rPr lang="en-US" u="sng">
                <a:solidFill>
                  <a:schemeClr val="hlink"/>
                </a:solidFill>
                <a:latin typeface="Lato"/>
                <a:ea typeface="Lato"/>
                <a:cs typeface="Lato"/>
                <a:sym typeface="Lato"/>
                <a:hlinkClick r:id="rId3"/>
              </a:rPr>
              <a:t>https://slacprod.servicenowservices.com/now/nav/ui/classic/params/target/kb_view.do%3Fsys_kb_id%3D5e71bf6b47f8765024b7b995136d4328</a:t>
            </a:r>
            <a:endParaRPr>
              <a:latin typeface="Lato"/>
              <a:ea typeface="Lato"/>
              <a:cs typeface="Lato"/>
              <a:sym typeface="Lato"/>
            </a:endParaRPr>
          </a:p>
          <a:p>
            <a:pPr indent="-285750" lvl="1" marL="752475" rtl="0" algn="l">
              <a:lnSpc>
                <a:spcPct val="120000"/>
              </a:lnSpc>
              <a:spcBef>
                <a:spcPts val="500"/>
              </a:spcBef>
              <a:spcAft>
                <a:spcPts val="0"/>
              </a:spcAft>
              <a:buSzPts val="1792"/>
              <a:buChar char="•"/>
            </a:pPr>
            <a:r>
              <a:rPr lang="en-US">
                <a:latin typeface="Lato"/>
                <a:ea typeface="Lato"/>
                <a:cs typeface="Lato"/>
                <a:sym typeface="Lato"/>
              </a:rPr>
              <a:t>Banned Hardware and Software:</a:t>
            </a:r>
            <a:br>
              <a:rPr lang="en-US"/>
            </a:br>
            <a:r>
              <a:rPr lang="en-US" u="sng">
                <a:solidFill>
                  <a:schemeClr val="hlink"/>
                </a:solidFill>
                <a:latin typeface="Lato"/>
                <a:ea typeface="Lato"/>
                <a:cs typeface="Lato"/>
                <a:sym typeface="Lato"/>
                <a:hlinkClick r:id="rId4"/>
              </a:rPr>
              <a:t>https://slacprod.servicenowservices.com/kb_view.do?sysparm_article=KB0011588</a:t>
            </a:r>
            <a:endParaRPr>
              <a:latin typeface="Lato"/>
              <a:ea typeface="Lato"/>
              <a:cs typeface="Lato"/>
              <a:sym typeface="Lato"/>
            </a:endParaRPr>
          </a:p>
          <a:p>
            <a:pPr indent="-285750" lvl="0" marL="752475" rtl="0" algn="l">
              <a:lnSpc>
                <a:spcPct val="120000"/>
              </a:lnSpc>
              <a:spcBef>
                <a:spcPts val="1000"/>
              </a:spcBef>
              <a:spcAft>
                <a:spcPts val="0"/>
              </a:spcAft>
              <a:buSzPts val="1792"/>
              <a:buFont typeface="Arial"/>
              <a:buChar char="•"/>
            </a:pPr>
            <a:r>
              <a:rPr lang="en-US">
                <a:latin typeface="Lato"/>
                <a:ea typeface="Lato"/>
                <a:cs typeface="Lato"/>
                <a:sym typeface="Lato"/>
              </a:rPr>
              <a:t>Incidental Use of Personally Owned Computers:</a:t>
            </a:r>
            <a:br>
              <a:rPr lang="en-US">
                <a:latin typeface="Lato"/>
                <a:ea typeface="Lato"/>
                <a:cs typeface="Lato"/>
                <a:sym typeface="Lato"/>
              </a:rPr>
            </a:br>
            <a:r>
              <a:rPr lang="en-US" u="sng">
                <a:solidFill>
                  <a:schemeClr val="hlink"/>
                </a:solidFill>
                <a:latin typeface="Lato"/>
                <a:ea typeface="Lato"/>
                <a:cs typeface="Lato"/>
                <a:sym typeface="Lato"/>
                <a:hlinkClick r:id="rId5"/>
              </a:rPr>
              <a:t>https://slacprod.servicenowservices.com/kb_view.do?sysparm_article=KB0012569</a:t>
            </a:r>
            <a:endParaRPr>
              <a:latin typeface="Lato"/>
              <a:ea typeface="Lato"/>
              <a:cs typeface="Lato"/>
              <a:sym typeface="Lato"/>
            </a:endParaRPr>
          </a:p>
          <a:p>
            <a:pPr indent="0" lvl="0" marL="466725" rtl="0" algn="l">
              <a:lnSpc>
                <a:spcPct val="120000"/>
              </a:lnSpc>
              <a:spcBef>
                <a:spcPts val="1000"/>
              </a:spcBef>
              <a:spcAft>
                <a:spcPts val="0"/>
              </a:spcAft>
              <a:buSzPts val="1792"/>
              <a:buFont typeface="Lato"/>
              <a:buNone/>
            </a:pPr>
            <a:r>
              <a:t/>
            </a:r>
            <a:endParaRPr/>
          </a:p>
          <a:p>
            <a:pPr indent="-171958" lvl="1" marL="752475" rtl="0" algn="l">
              <a:lnSpc>
                <a:spcPct val="120000"/>
              </a:lnSpc>
              <a:spcBef>
                <a:spcPts val="500"/>
              </a:spcBef>
              <a:spcAft>
                <a:spcPts val="0"/>
              </a:spcAft>
              <a:buSzPts val="1792"/>
              <a:buFont typeface="Arial"/>
              <a:buNone/>
            </a:pPr>
            <a:r>
              <a:t/>
            </a:r>
            <a:endParaRPr/>
          </a:p>
          <a:p>
            <a:pPr indent="-184150" lvl="0" marL="285750" rtl="0" algn="l">
              <a:lnSpc>
                <a:spcPct val="120000"/>
              </a:lnSpc>
              <a:spcBef>
                <a:spcPts val="1000"/>
              </a:spcBef>
              <a:spcAft>
                <a:spcPts val="0"/>
              </a:spcAft>
              <a:buSzPts val="1600"/>
              <a:buFont typeface="Arial"/>
              <a:buNone/>
            </a:pPr>
            <a:r>
              <a:t/>
            </a:r>
            <a:endParaRPr/>
          </a:p>
        </p:txBody>
      </p:sp>
      <p:sp>
        <p:nvSpPr>
          <p:cNvPr id="674" name="Google Shape;674;g3e26d8eb961_2_1658"/>
          <p:cNvSpPr txBox="1"/>
          <p:nvPr>
            <p:ph idx="12" type="sldNum"/>
          </p:nvPr>
        </p:nvSpPr>
        <p:spPr>
          <a:xfrm>
            <a:off x="8610600" y="6282824"/>
            <a:ext cx="2743200" cy="365100"/>
          </a:xfrm>
          <a:prstGeom prst="rect">
            <a:avLst/>
          </a:prstGeom>
          <a:noFill/>
          <a:ln>
            <a:noFill/>
          </a:ln>
        </p:spPr>
        <p:txBody>
          <a:bodyPr anchorCtr="0" anchor="ctr" bIns="45700" lIns="91425"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675" name="Google Shape;675;g3e26d8eb961_2_1658"/>
          <p:cNvPicPr preferRelativeResize="0"/>
          <p:nvPr/>
        </p:nvPicPr>
        <p:blipFill rotWithShape="1">
          <a:blip r:embed="rId6">
            <a:alphaModFix/>
          </a:blip>
          <a:srcRect b="0" l="0" r="0" t="0"/>
          <a:stretch/>
        </p:blipFill>
        <p:spPr>
          <a:xfrm>
            <a:off x="6706704" y="1072661"/>
            <a:ext cx="5315311" cy="567326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g3e26d8eb961_2_1104"/>
          <p:cNvSpPr txBox="1"/>
          <p:nvPr>
            <p:ph idx="1" type="body"/>
          </p:nvPr>
        </p:nvSpPr>
        <p:spPr>
          <a:xfrm>
            <a:off x="800100" y="1110216"/>
            <a:ext cx="10553700" cy="398400"/>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2000"/>
              <a:buFont typeface="Lato"/>
              <a:buNone/>
            </a:pPr>
            <a:r>
              <a:rPr lang="en-US"/>
              <a:t>Agentic AI and Code Changes</a:t>
            </a:r>
            <a:endParaRPr/>
          </a:p>
        </p:txBody>
      </p:sp>
      <p:sp>
        <p:nvSpPr>
          <p:cNvPr id="681" name="Google Shape;681;g3e26d8eb961_2_1104"/>
          <p:cNvSpPr txBox="1"/>
          <p:nvPr>
            <p:ph type="title"/>
          </p:nvPr>
        </p:nvSpPr>
        <p:spPr>
          <a:xfrm>
            <a:off x="800100" y="266701"/>
            <a:ext cx="10553700" cy="632100"/>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latin typeface="Lato"/>
                <a:ea typeface="Lato"/>
                <a:cs typeface="Lato"/>
                <a:sym typeface="Lato"/>
              </a:rPr>
              <a:t>Allowed or Not? (2)</a:t>
            </a:r>
            <a:endParaRPr b="0">
              <a:solidFill>
                <a:srgbClr val="000000"/>
              </a:solidFill>
              <a:latin typeface="Lato"/>
              <a:ea typeface="Lato"/>
              <a:cs typeface="Lato"/>
              <a:sym typeface="Lato"/>
            </a:endParaRPr>
          </a:p>
        </p:txBody>
      </p:sp>
      <p:sp>
        <p:nvSpPr>
          <p:cNvPr id="682" name="Google Shape;682;g3e26d8eb961_2_1104"/>
          <p:cNvSpPr txBox="1"/>
          <p:nvPr>
            <p:ph idx="2" type="body"/>
          </p:nvPr>
        </p:nvSpPr>
        <p:spPr>
          <a:xfrm>
            <a:off x="800100" y="1605068"/>
            <a:ext cx="10553700" cy="4452900"/>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None/>
            </a:pPr>
            <a:r>
              <a:rPr b="1" lang="en-US">
                <a:solidFill>
                  <a:srgbClr val="45818E"/>
                </a:solidFill>
              </a:rPr>
              <a:t>Allowed</a:t>
            </a:r>
            <a:r>
              <a:rPr lang="en-US">
                <a:solidFill>
                  <a:srgbClr val="45818E"/>
                </a:solidFill>
              </a:rPr>
              <a:t>:</a:t>
            </a:r>
            <a:r>
              <a:rPr lang="en-US"/>
              <a:t> An AI agent submitting a Pull Request (PR) for human review</a:t>
            </a:r>
            <a:endParaRPr/>
          </a:p>
          <a:p>
            <a:pPr indent="-273050" lvl="1" marL="571500" rtl="0" algn="l">
              <a:lnSpc>
                <a:spcPct val="120000"/>
              </a:lnSpc>
              <a:spcBef>
                <a:spcPts val="0"/>
              </a:spcBef>
              <a:spcAft>
                <a:spcPts val="0"/>
              </a:spcAft>
              <a:buSzPts val="1600"/>
              <a:buFont typeface="Arial"/>
              <a:buChar char="•"/>
            </a:pPr>
            <a:r>
              <a:rPr lang="en-US"/>
              <a:t>The agent may propose changes and open a PR on a feature branch</a:t>
            </a:r>
            <a:endParaRPr/>
          </a:p>
          <a:p>
            <a:pPr indent="-273050" lvl="1" marL="571500" rtl="0" algn="l">
              <a:lnSpc>
                <a:spcPct val="120000"/>
              </a:lnSpc>
              <a:spcBef>
                <a:spcPts val="0"/>
              </a:spcBef>
              <a:spcAft>
                <a:spcPts val="0"/>
              </a:spcAft>
              <a:buSzPts val="1600"/>
              <a:buFont typeface="Arial"/>
              <a:buChar char="•"/>
            </a:pPr>
            <a:r>
              <a:rPr lang="en-US"/>
              <a:t>A human developer must review, test, and approve the PR before it is merged</a:t>
            </a:r>
            <a:endParaRPr/>
          </a:p>
          <a:p>
            <a:pPr indent="0" lvl="0" marL="0" rtl="0" algn="l">
              <a:spcBef>
                <a:spcPts val="1000"/>
              </a:spcBef>
              <a:spcAft>
                <a:spcPts val="0"/>
              </a:spcAft>
              <a:buNone/>
            </a:pPr>
            <a:r>
              <a:rPr b="1" lang="en-US">
                <a:solidFill>
                  <a:srgbClr val="980000"/>
                </a:solidFill>
              </a:rPr>
              <a:t>Prohibited:</a:t>
            </a:r>
            <a:r>
              <a:rPr lang="en-US"/>
              <a:t> An AI agent merging code into main or making direct changes to protected branches</a:t>
            </a:r>
            <a:endParaRPr/>
          </a:p>
          <a:p>
            <a:pPr indent="-285242" lvl="1" marL="571500" rtl="0" algn="l">
              <a:lnSpc>
                <a:spcPct val="120000"/>
              </a:lnSpc>
              <a:spcBef>
                <a:spcPts val="0"/>
              </a:spcBef>
              <a:spcAft>
                <a:spcPts val="0"/>
              </a:spcAft>
              <a:buSzPts val="1792"/>
              <a:buChar char="•"/>
            </a:pPr>
            <a:r>
              <a:rPr lang="en-US"/>
              <a:t>No autonomous merging, pushing to main, or bypassing code review</a:t>
            </a:r>
            <a:endParaRPr/>
          </a:p>
          <a:p>
            <a:pPr indent="-285242" lvl="1" marL="571500" rtl="0" algn="l">
              <a:lnSpc>
                <a:spcPct val="120000"/>
              </a:lnSpc>
              <a:spcBef>
                <a:spcPts val="0"/>
              </a:spcBef>
              <a:spcAft>
                <a:spcPts val="0"/>
              </a:spcAft>
              <a:buSzPts val="1792"/>
              <a:buChar char="•"/>
            </a:pPr>
            <a:r>
              <a:rPr lang="en-US"/>
              <a:t>No agent-initiated deployment to production environments</a:t>
            </a:r>
            <a:endParaRPr/>
          </a:p>
          <a:p>
            <a:pPr indent="0" lvl="0" marL="0" rtl="0" algn="l">
              <a:lnSpc>
                <a:spcPct val="120000"/>
              </a:lnSpc>
              <a:spcBef>
                <a:spcPts val="1000"/>
              </a:spcBef>
              <a:spcAft>
                <a:spcPts val="0"/>
              </a:spcAft>
              <a:buNone/>
            </a:pPr>
            <a:r>
              <a:rPr lang="en-US">
                <a:latin typeface="Lato"/>
                <a:ea typeface="Lato"/>
                <a:cs typeface="Lato"/>
                <a:sym typeface="Lato"/>
              </a:rPr>
              <a:t>An AI can propose a change, but a human developer must manually review, test, and merge the code. </a:t>
            </a:r>
            <a:endParaRPr>
              <a:latin typeface="Lato"/>
              <a:ea typeface="Lato"/>
              <a:cs typeface="Lato"/>
              <a:sym typeface="Lato"/>
            </a:endParaRPr>
          </a:p>
          <a:p>
            <a:pPr indent="0" lvl="0" marL="0" rtl="0" algn="l">
              <a:lnSpc>
                <a:spcPct val="120000"/>
              </a:lnSpc>
              <a:spcBef>
                <a:spcPts val="1000"/>
              </a:spcBef>
              <a:spcAft>
                <a:spcPts val="0"/>
              </a:spcAft>
              <a:buNone/>
            </a:pPr>
            <a:r>
              <a:rPr b="1" lang="en-US">
                <a:latin typeface="Lato"/>
                <a:ea typeface="Lato"/>
                <a:cs typeface="Lato"/>
                <a:sym typeface="Lato"/>
              </a:rPr>
              <a:t>You are legally and professionally responsible</a:t>
            </a:r>
            <a:r>
              <a:rPr lang="en-US">
                <a:latin typeface="Lato"/>
                <a:ea typeface="Lato"/>
                <a:cs typeface="Lato"/>
                <a:sym typeface="Lato"/>
              </a:rPr>
              <a:t> for any code committed under your ID.</a:t>
            </a:r>
            <a:endParaRPr/>
          </a:p>
        </p:txBody>
      </p:sp>
      <p:sp>
        <p:nvSpPr>
          <p:cNvPr id="683" name="Google Shape;683;g3e26d8eb961_2_1104"/>
          <p:cNvSpPr txBox="1"/>
          <p:nvPr>
            <p:ph idx="12" type="sldNum"/>
          </p:nvPr>
        </p:nvSpPr>
        <p:spPr>
          <a:xfrm>
            <a:off x="8610600" y="6282824"/>
            <a:ext cx="2743200" cy="365100"/>
          </a:xfrm>
          <a:prstGeom prst="rect">
            <a:avLst/>
          </a:prstGeom>
          <a:noFill/>
          <a:ln>
            <a:noFill/>
          </a:ln>
        </p:spPr>
        <p:txBody>
          <a:bodyPr anchorCtr="0" anchor="ctr" bIns="45700" lIns="91425"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e26d8eb961_2_1287"/>
          <p:cNvSpPr txBox="1"/>
          <p:nvPr>
            <p:ph idx="1" type="body"/>
          </p:nvPr>
        </p:nvSpPr>
        <p:spPr>
          <a:xfrm>
            <a:off x="800100" y="1110216"/>
            <a:ext cx="10553700" cy="398400"/>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2000"/>
              <a:buFont typeface="Lato"/>
              <a:buNone/>
            </a:pPr>
            <a:r>
              <a:rPr lang="en-US"/>
              <a:t>The "Human-in-the-Loop”</a:t>
            </a:r>
            <a:endParaRPr/>
          </a:p>
        </p:txBody>
      </p:sp>
      <p:sp>
        <p:nvSpPr>
          <p:cNvPr id="689" name="Google Shape;689;g3e26d8eb961_2_1287"/>
          <p:cNvSpPr txBox="1"/>
          <p:nvPr>
            <p:ph type="title"/>
          </p:nvPr>
        </p:nvSpPr>
        <p:spPr>
          <a:xfrm>
            <a:off x="800100" y="266701"/>
            <a:ext cx="10553700" cy="632100"/>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Developer Responsibilities</a:t>
            </a:r>
            <a:endParaRPr/>
          </a:p>
        </p:txBody>
      </p:sp>
      <p:sp>
        <p:nvSpPr>
          <p:cNvPr id="690" name="Google Shape;690;g3e26d8eb961_2_1287"/>
          <p:cNvSpPr txBox="1"/>
          <p:nvPr>
            <p:ph idx="2" type="body"/>
          </p:nvPr>
        </p:nvSpPr>
        <p:spPr>
          <a:xfrm>
            <a:off x="800100" y="1605068"/>
            <a:ext cx="10553700" cy="4452900"/>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b="1" lang="en-US"/>
              <a:t>Developer Accountability: </a:t>
            </a:r>
            <a:r>
              <a:rPr lang="en-US"/>
              <a:t>The developer is responsible for any code they add, regardless of whether AI tools were used. There is no difference in what is expected from a developer.</a:t>
            </a:r>
            <a:endParaRPr/>
          </a:p>
          <a:p>
            <a:pPr indent="-285750" lvl="0" marL="285750" rtl="0" algn="l">
              <a:lnSpc>
                <a:spcPct val="120000"/>
              </a:lnSpc>
              <a:spcBef>
                <a:spcPts val="1000"/>
              </a:spcBef>
              <a:spcAft>
                <a:spcPts val="0"/>
              </a:spcAft>
              <a:buSzPts val="1600"/>
              <a:buFont typeface="Arial"/>
              <a:buChar char="•"/>
            </a:pPr>
            <a:r>
              <a:rPr b="1" lang="en-US"/>
              <a:t>Fact-Check Everything</a:t>
            </a:r>
            <a:r>
              <a:rPr lang="en-US"/>
              <a:t>: GenAI can "hallucinate" (invent libraries that don't exist or suggest insecure functions).</a:t>
            </a:r>
            <a:endParaRPr/>
          </a:p>
          <a:p>
            <a:pPr indent="-285750" lvl="0" marL="285750" rtl="0" algn="l">
              <a:lnSpc>
                <a:spcPct val="120000"/>
              </a:lnSpc>
              <a:spcBef>
                <a:spcPts val="1000"/>
              </a:spcBef>
              <a:spcAft>
                <a:spcPts val="0"/>
              </a:spcAft>
              <a:buSzPts val="1600"/>
              <a:buFont typeface="Arial"/>
              <a:buChar char="•"/>
            </a:pPr>
            <a:r>
              <a:rPr b="1" lang="en-US"/>
              <a:t>Code Quality &amp; Maintainability:</a:t>
            </a:r>
            <a:r>
              <a:rPr lang="en-US"/>
              <a:t> Review AI-generated code for readability, comments, and adherence to project coding standards to ensure it remains understandable and maintainable by the team over time.</a:t>
            </a:r>
            <a:endParaRPr/>
          </a:p>
          <a:p>
            <a:pPr indent="-285750" lvl="0" marL="285750" rtl="0" algn="l">
              <a:lnSpc>
                <a:spcPct val="120000"/>
              </a:lnSpc>
              <a:spcBef>
                <a:spcPts val="1000"/>
              </a:spcBef>
              <a:spcAft>
                <a:spcPts val="0"/>
              </a:spcAft>
              <a:buSzPts val="1600"/>
              <a:buFont typeface="Arial"/>
              <a:buChar char="•"/>
            </a:pPr>
            <a:r>
              <a:rPr b="1" lang="en-US"/>
              <a:t>Security Review</a:t>
            </a:r>
            <a:r>
              <a:rPr lang="en-US"/>
              <a:t>: Check for vulnerabilities such as SQL injection, buffer overflows, and insecure dependencies in all AI-generated code.</a:t>
            </a:r>
            <a:endParaRPr/>
          </a:p>
          <a:p>
            <a:pPr indent="-285750" lvl="0" marL="285750" rtl="0" algn="l">
              <a:lnSpc>
                <a:spcPct val="120000"/>
              </a:lnSpc>
              <a:spcBef>
                <a:spcPts val="1000"/>
              </a:spcBef>
              <a:spcAft>
                <a:spcPts val="0"/>
              </a:spcAft>
              <a:buSzPts val="1600"/>
              <a:buFont typeface="Arial"/>
              <a:buChar char="•"/>
            </a:pPr>
            <a:r>
              <a:rPr b="1" lang="en-US"/>
              <a:t>Testing &amp; Validation:</a:t>
            </a:r>
            <a:r>
              <a:rPr lang="en-US"/>
              <a:t> AI-generated code should not be considered production-ready. Leverage unit tests and any other relevant manual testing to verify readiness for use in production.</a:t>
            </a:r>
            <a:endParaRPr/>
          </a:p>
          <a:p>
            <a:pPr indent="-285750" lvl="0" marL="285750" rtl="0" algn="l">
              <a:lnSpc>
                <a:spcPct val="120000"/>
              </a:lnSpc>
              <a:spcBef>
                <a:spcPts val="1000"/>
              </a:spcBef>
              <a:spcAft>
                <a:spcPts val="0"/>
              </a:spcAft>
              <a:buSzPts val="1600"/>
              <a:buFont typeface="Arial"/>
              <a:buChar char="•"/>
            </a:pPr>
            <a:r>
              <a:rPr b="1" lang="en-US"/>
              <a:t>License Compliance</a:t>
            </a:r>
            <a:r>
              <a:rPr lang="en-US"/>
              <a:t>: Ensure AI-generated code doesn't violate open-source licenses or SLAC’s IP policies.</a:t>
            </a:r>
            <a:endParaRPr/>
          </a:p>
        </p:txBody>
      </p:sp>
      <p:sp>
        <p:nvSpPr>
          <p:cNvPr id="691" name="Google Shape;691;g3e26d8eb961_2_1287"/>
          <p:cNvSpPr txBox="1"/>
          <p:nvPr>
            <p:ph idx="12" type="sldNum"/>
          </p:nvPr>
        </p:nvSpPr>
        <p:spPr>
          <a:xfrm>
            <a:off x="8610600" y="6282824"/>
            <a:ext cx="2743200" cy="365100"/>
          </a:xfrm>
          <a:prstGeom prst="rect">
            <a:avLst/>
          </a:prstGeom>
          <a:noFill/>
          <a:ln>
            <a:noFill/>
          </a:ln>
        </p:spPr>
        <p:txBody>
          <a:bodyPr anchorCtr="0" anchor="ctr" bIns="45700" lIns="91425"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g3e26d8eb961_2_1470"/>
          <p:cNvSpPr txBox="1"/>
          <p:nvPr>
            <p:ph type="title"/>
          </p:nvPr>
        </p:nvSpPr>
        <p:spPr>
          <a:xfrm>
            <a:off x="800100" y="266701"/>
            <a:ext cx="10553700" cy="632100"/>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What is PROHIBITED?</a:t>
            </a:r>
            <a:endParaRPr/>
          </a:p>
        </p:txBody>
      </p:sp>
      <p:sp>
        <p:nvSpPr>
          <p:cNvPr id="697" name="Google Shape;697;g3e26d8eb961_2_1470"/>
          <p:cNvSpPr txBox="1"/>
          <p:nvPr>
            <p:ph idx="2" type="body"/>
          </p:nvPr>
        </p:nvSpPr>
        <p:spPr>
          <a:xfrm>
            <a:off x="800100" y="1161609"/>
            <a:ext cx="10547400" cy="4896300"/>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b="1" lang="en-US"/>
              <a:t>Blind Trust: </a:t>
            </a:r>
            <a:r>
              <a:rPr lang="en-US"/>
              <a:t>Never push AI code directly to a production branch without human peer review.</a:t>
            </a:r>
            <a:endParaRPr/>
          </a:p>
          <a:p>
            <a:pPr indent="-285750" lvl="0" marL="285750" rtl="0" algn="l">
              <a:lnSpc>
                <a:spcPct val="120000"/>
              </a:lnSpc>
              <a:spcBef>
                <a:spcPts val="1000"/>
              </a:spcBef>
              <a:spcAft>
                <a:spcPts val="0"/>
              </a:spcAft>
              <a:buSzPts val="1600"/>
              <a:buFont typeface="Arial"/>
              <a:buChar char="•"/>
            </a:pPr>
            <a:r>
              <a:rPr b="1" lang="en-US">
                <a:latin typeface="Lato"/>
                <a:ea typeface="Lato"/>
                <a:cs typeface="Lato"/>
                <a:sym typeface="Lato"/>
              </a:rPr>
              <a:t>Inputting Protected Information</a:t>
            </a:r>
            <a:r>
              <a:rPr lang="en-US">
                <a:latin typeface="Lato"/>
                <a:ea typeface="Lato"/>
                <a:cs typeface="Lato"/>
                <a:sym typeface="Lato"/>
              </a:rPr>
              <a:t>: No SPII (</a:t>
            </a:r>
            <a:r>
              <a:rPr b="1" lang="en-US"/>
              <a:t>Sensitive </a:t>
            </a:r>
            <a:r>
              <a:rPr b="1" lang="en-US">
                <a:latin typeface="Lato"/>
                <a:ea typeface="Lato"/>
                <a:cs typeface="Lato"/>
                <a:sym typeface="Lato"/>
              </a:rPr>
              <a:t>Personally Identifiable Information</a:t>
            </a:r>
            <a:r>
              <a:rPr lang="en-US">
                <a:latin typeface="Lato"/>
                <a:ea typeface="Lato"/>
                <a:cs typeface="Lato"/>
                <a:sym typeface="Lato"/>
              </a:rPr>
              <a:t>), login credentials, or export-controlled data.</a:t>
            </a:r>
            <a:endParaRPr/>
          </a:p>
          <a:p>
            <a:pPr indent="-285750" lvl="0" marL="285750" rtl="0" algn="l">
              <a:lnSpc>
                <a:spcPct val="120000"/>
              </a:lnSpc>
              <a:spcBef>
                <a:spcPts val="1000"/>
              </a:spcBef>
              <a:spcAft>
                <a:spcPts val="0"/>
              </a:spcAft>
              <a:buSzPts val="1600"/>
              <a:buFont typeface="Arial"/>
              <a:buChar char="•"/>
            </a:pPr>
            <a:r>
              <a:rPr b="1" lang="en-US"/>
              <a:t>Forking into Non-Shared Spaces:</a:t>
            </a:r>
            <a:r>
              <a:rPr lang="en-US"/>
              <a:t> Please avoid forking repositories into non-shared spaces.</a:t>
            </a:r>
            <a:endParaRPr/>
          </a:p>
          <a:p>
            <a:pPr indent="-173038" lvl="1" marL="466725" rtl="0" algn="l">
              <a:lnSpc>
                <a:spcPct val="120000"/>
              </a:lnSpc>
              <a:spcBef>
                <a:spcPts val="0"/>
              </a:spcBef>
              <a:spcAft>
                <a:spcPts val="0"/>
              </a:spcAft>
              <a:buSzPts val="1792"/>
              <a:buChar char="•"/>
            </a:pPr>
            <a:r>
              <a:rPr i="1" lang="en-US"/>
              <a:t>Note: This makes it hard for developers to modify your PR and can cause delays in getting the PR approved.</a:t>
            </a:r>
            <a:endParaRPr i="1"/>
          </a:p>
          <a:p>
            <a:pPr indent="-285750" lvl="0" marL="285750" rtl="0" algn="l">
              <a:lnSpc>
                <a:spcPct val="120000"/>
              </a:lnSpc>
              <a:spcBef>
                <a:spcPts val="1000"/>
              </a:spcBef>
              <a:spcAft>
                <a:spcPts val="0"/>
              </a:spcAft>
              <a:buSzPts val="1600"/>
              <a:buFont typeface="Arial"/>
              <a:buChar char="•"/>
            </a:pPr>
            <a:r>
              <a:rPr b="1" lang="en-US"/>
              <a:t>Shadow IT</a:t>
            </a:r>
            <a:r>
              <a:rPr lang="en-US"/>
              <a:t>: Do not use unauthorized 3rd-party AI plugins in your IDE (VS Code/PyCharm) unless they are SLAC-approved.</a:t>
            </a:r>
            <a:endParaRPr/>
          </a:p>
        </p:txBody>
      </p:sp>
      <p:sp>
        <p:nvSpPr>
          <p:cNvPr id="698" name="Google Shape;698;g3e26d8eb961_2_1470"/>
          <p:cNvSpPr txBox="1"/>
          <p:nvPr>
            <p:ph idx="12" type="sldNum"/>
          </p:nvPr>
        </p:nvSpPr>
        <p:spPr>
          <a:xfrm>
            <a:off x="8610600" y="6282824"/>
            <a:ext cx="2743200" cy="365100"/>
          </a:xfrm>
          <a:prstGeom prst="rect">
            <a:avLst/>
          </a:prstGeom>
          <a:noFill/>
          <a:ln>
            <a:noFill/>
          </a:ln>
        </p:spPr>
        <p:txBody>
          <a:bodyPr anchorCtr="0" anchor="ctr" bIns="45700" lIns="91425"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21"/>
          <p:cNvSpPr txBox="1"/>
          <p:nvPr>
            <p:ph type="title"/>
          </p:nvPr>
        </p:nvSpPr>
        <p:spPr>
          <a:xfrm>
            <a:off x="800100" y="2615992"/>
            <a:ext cx="10553700" cy="1213729"/>
          </a:xfrm>
          <a:prstGeom prst="rect">
            <a:avLst/>
          </a:prstGeom>
          <a:noFill/>
          <a:ln>
            <a:noFill/>
          </a:ln>
        </p:spPr>
        <p:txBody>
          <a:bodyPr anchorCtr="0" anchor="t" bIns="45700" lIns="0" spcFirstLastPara="1" rIns="91425" wrap="square" tIns="45700">
            <a:normAutofit/>
          </a:bodyPr>
          <a:lstStyle/>
          <a:p>
            <a:pPr indent="0" lvl="0" marL="0" rtl="0" algn="l">
              <a:lnSpc>
                <a:spcPct val="90000"/>
              </a:lnSpc>
              <a:spcBef>
                <a:spcPts val="0"/>
              </a:spcBef>
              <a:spcAft>
                <a:spcPts val="0"/>
              </a:spcAft>
              <a:buClr>
                <a:srgbClr val="8C1515"/>
              </a:buClr>
              <a:buSzPts val="3600"/>
              <a:buFont typeface="Lato"/>
              <a:buNone/>
            </a:pPr>
            <a:r>
              <a:rPr lang="en-US"/>
              <a:t>How to Use GitHub Copilot in VS Code</a:t>
            </a:r>
            <a:endParaRPr/>
          </a:p>
        </p:txBody>
      </p:sp>
      <p:sp>
        <p:nvSpPr>
          <p:cNvPr id="704" name="Google Shape;704;p21"/>
          <p:cNvSpPr txBox="1"/>
          <p:nvPr>
            <p:ph idx="1" type="body"/>
          </p:nvPr>
        </p:nvSpPr>
        <p:spPr>
          <a:xfrm>
            <a:off x="800100" y="1273091"/>
            <a:ext cx="1460711" cy="1243012"/>
          </a:xfrm>
          <a:prstGeom prst="rect">
            <a:avLst/>
          </a:prstGeom>
          <a:noFill/>
          <a:ln>
            <a:noFill/>
          </a:ln>
        </p:spPr>
        <p:txBody>
          <a:bodyPr anchorCtr="0" anchor="b" bIns="45700" lIns="0" spcFirstLastPara="1" rIns="91425" wrap="square" tIns="45700">
            <a:normAutofit/>
          </a:bodyPr>
          <a:lstStyle/>
          <a:p>
            <a:pPr indent="0" lvl="0" marL="0" rtl="0" algn="l">
              <a:lnSpc>
                <a:spcPct val="120000"/>
              </a:lnSpc>
              <a:spcBef>
                <a:spcPts val="0"/>
              </a:spcBef>
              <a:spcAft>
                <a:spcPts val="0"/>
              </a:spcAft>
              <a:buSzPts val="6000"/>
              <a:buFont typeface="Lato"/>
              <a:buNone/>
            </a:pPr>
            <a:r>
              <a:rPr lang="en-US"/>
              <a:t>2</a:t>
            </a:r>
            <a:endParaRPr/>
          </a:p>
        </p:txBody>
      </p:sp>
      <p:sp>
        <p:nvSpPr>
          <p:cNvPr id="705" name="Google Shape;705;p21"/>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g3e26d8eb961_2_1841"/>
          <p:cNvSpPr txBox="1"/>
          <p:nvPr>
            <p:ph idx="1" type="body"/>
          </p:nvPr>
        </p:nvSpPr>
        <p:spPr>
          <a:xfrm>
            <a:off x="800100" y="1110216"/>
            <a:ext cx="10553700" cy="398400"/>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2000"/>
              <a:buFont typeface="Lato"/>
              <a:buNone/>
            </a:pPr>
            <a:r>
              <a:rPr lang="en-US"/>
              <a:t>Advantages of GitHub Copilot</a:t>
            </a:r>
            <a:endParaRPr/>
          </a:p>
        </p:txBody>
      </p:sp>
      <p:sp>
        <p:nvSpPr>
          <p:cNvPr id="711" name="Google Shape;711;g3e26d8eb961_2_1841"/>
          <p:cNvSpPr txBox="1"/>
          <p:nvPr>
            <p:ph type="title"/>
          </p:nvPr>
        </p:nvSpPr>
        <p:spPr>
          <a:xfrm>
            <a:off x="800100" y="266701"/>
            <a:ext cx="10553700" cy="632100"/>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Why GitHub Copilot</a:t>
            </a:r>
            <a:endParaRPr/>
          </a:p>
        </p:txBody>
      </p:sp>
      <p:sp>
        <p:nvSpPr>
          <p:cNvPr id="712" name="Google Shape;712;g3e26d8eb961_2_1841"/>
          <p:cNvSpPr txBox="1"/>
          <p:nvPr>
            <p:ph idx="2" type="body"/>
          </p:nvPr>
        </p:nvSpPr>
        <p:spPr>
          <a:xfrm>
            <a:off x="800100" y="1605068"/>
            <a:ext cx="10553700" cy="4452900"/>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lang="en-US">
                <a:latin typeface="Lato"/>
                <a:ea typeface="Lato"/>
                <a:cs typeface="Lato"/>
                <a:sym typeface="Lato"/>
              </a:rPr>
              <a:t>Access to </a:t>
            </a:r>
            <a:r>
              <a:rPr b="1" lang="en-US"/>
              <a:t>various </a:t>
            </a:r>
            <a:r>
              <a:rPr b="1" lang="en-US">
                <a:latin typeface="Lato"/>
                <a:ea typeface="Lato"/>
                <a:cs typeface="Lato"/>
                <a:sym typeface="Lato"/>
              </a:rPr>
              <a:t>Latest models</a:t>
            </a:r>
            <a:r>
              <a:rPr lang="en-US">
                <a:latin typeface="Lato"/>
                <a:ea typeface="Lato"/>
                <a:cs typeface="Lato"/>
                <a:sym typeface="Lato"/>
              </a:rPr>
              <a:t>: GPT-5.</a:t>
            </a:r>
            <a:r>
              <a:rPr lang="en-US"/>
              <a:t>5</a:t>
            </a:r>
            <a:r>
              <a:rPr lang="en-US">
                <a:latin typeface="Lato"/>
                <a:ea typeface="Lato"/>
                <a:cs typeface="Lato"/>
                <a:sym typeface="Lato"/>
              </a:rPr>
              <a:t>, GPT-5.</a:t>
            </a:r>
            <a:r>
              <a:rPr lang="en-US"/>
              <a:t>4</a:t>
            </a:r>
            <a:r>
              <a:rPr lang="en-US">
                <a:latin typeface="Lato"/>
                <a:ea typeface="Lato"/>
                <a:cs typeface="Lato"/>
                <a:sym typeface="Lato"/>
              </a:rPr>
              <a:t>, Claude Opus 4.</a:t>
            </a:r>
            <a:r>
              <a:rPr lang="en-US"/>
              <a:t>7</a:t>
            </a:r>
            <a:r>
              <a:rPr lang="en-US">
                <a:latin typeface="Lato"/>
                <a:ea typeface="Lato"/>
                <a:cs typeface="Lato"/>
                <a:sym typeface="Lato"/>
              </a:rPr>
              <a:t>, Claude Sonnet 4.6, Gemini 3.1 Pro</a:t>
            </a:r>
            <a:endParaRPr/>
          </a:p>
          <a:p>
            <a:pPr indent="-285750" lvl="0" marL="285750" rtl="0" algn="l">
              <a:lnSpc>
                <a:spcPct val="120000"/>
              </a:lnSpc>
              <a:spcBef>
                <a:spcPts val="1000"/>
              </a:spcBef>
              <a:spcAft>
                <a:spcPts val="0"/>
              </a:spcAft>
              <a:buSzPts val="1600"/>
              <a:buFont typeface="Arial"/>
              <a:buChar char="•"/>
            </a:pPr>
            <a:r>
              <a:rPr lang="en-US">
                <a:latin typeface="Lato"/>
                <a:ea typeface="Lato"/>
                <a:cs typeface="Lato"/>
                <a:sym typeface="Lato"/>
              </a:rPr>
              <a:t>In-IDE integration: </a:t>
            </a:r>
            <a:r>
              <a:rPr b="1" lang="en-US">
                <a:latin typeface="Lato"/>
                <a:ea typeface="Lato"/>
                <a:cs typeface="Lato"/>
                <a:sym typeface="Lato"/>
              </a:rPr>
              <a:t>Works directly</a:t>
            </a:r>
            <a:r>
              <a:rPr lang="en-US">
                <a:latin typeface="Lato"/>
                <a:ea typeface="Lato"/>
                <a:cs typeface="Lato"/>
                <a:sym typeface="Lato"/>
              </a:rPr>
              <a:t> in VS Code/JetBrains/Visual Studio, so you get suggestions while you type, inline, without copy/paste.</a:t>
            </a:r>
            <a:endParaRPr/>
          </a:p>
          <a:p>
            <a:pPr indent="-285750" lvl="0" marL="285750" rtl="0" algn="l">
              <a:lnSpc>
                <a:spcPct val="120000"/>
              </a:lnSpc>
              <a:spcBef>
                <a:spcPts val="1000"/>
              </a:spcBef>
              <a:spcAft>
                <a:spcPts val="0"/>
              </a:spcAft>
              <a:buSzPts val="1600"/>
              <a:buFont typeface="Arial"/>
              <a:buChar char="•"/>
            </a:pPr>
            <a:r>
              <a:rPr b="1" lang="en-US">
                <a:latin typeface="Lato"/>
                <a:ea typeface="Lato"/>
                <a:cs typeface="Lato"/>
                <a:sym typeface="Lato"/>
              </a:rPr>
              <a:t>Context awareness</a:t>
            </a:r>
            <a:r>
              <a:rPr lang="en-US">
                <a:latin typeface="Lato"/>
                <a:ea typeface="Lato"/>
                <a:cs typeface="Lato"/>
                <a:sym typeface="Lato"/>
              </a:rPr>
              <a:t> across your project: Can use surrounding code and (depending on features/settings) broader workspace context to produce code consistent with your codebase.</a:t>
            </a:r>
            <a:endParaRPr/>
          </a:p>
          <a:p>
            <a:pPr indent="-184150" lvl="0" marL="285750" rtl="0" algn="l">
              <a:lnSpc>
                <a:spcPct val="120000"/>
              </a:lnSpc>
              <a:spcBef>
                <a:spcPts val="1000"/>
              </a:spcBef>
              <a:spcAft>
                <a:spcPts val="0"/>
              </a:spcAft>
              <a:buSzPts val="1600"/>
              <a:buFont typeface="Arial"/>
              <a:buNone/>
            </a:pPr>
            <a:r>
              <a:t/>
            </a:r>
            <a:endParaRPr>
              <a:latin typeface="Lato"/>
              <a:ea typeface="Lato"/>
              <a:cs typeface="Lato"/>
              <a:sym typeface="Lato"/>
            </a:endParaRPr>
          </a:p>
          <a:p>
            <a:pPr indent="-184150" lvl="0" marL="285750" rtl="0" algn="l">
              <a:lnSpc>
                <a:spcPct val="120000"/>
              </a:lnSpc>
              <a:spcBef>
                <a:spcPts val="1000"/>
              </a:spcBef>
              <a:spcAft>
                <a:spcPts val="0"/>
              </a:spcAft>
              <a:buSzPts val="1600"/>
              <a:buFont typeface="Arial"/>
              <a:buNone/>
            </a:pPr>
            <a:r>
              <a:t/>
            </a:r>
            <a:endParaRPr/>
          </a:p>
        </p:txBody>
      </p:sp>
      <p:sp>
        <p:nvSpPr>
          <p:cNvPr id="713" name="Google Shape;713;g3e26d8eb961_2_1841"/>
          <p:cNvSpPr txBox="1"/>
          <p:nvPr>
            <p:ph idx="12" type="sldNum"/>
          </p:nvPr>
        </p:nvSpPr>
        <p:spPr>
          <a:xfrm>
            <a:off x="8610600" y="6282824"/>
            <a:ext cx="2743200" cy="365100"/>
          </a:xfrm>
          <a:prstGeom prst="rect">
            <a:avLst/>
          </a:prstGeom>
          <a:noFill/>
          <a:ln>
            <a:noFill/>
          </a:ln>
        </p:spPr>
        <p:txBody>
          <a:bodyPr anchorCtr="0" anchor="ctr" bIns="45700" lIns="91425"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e26d8eb961_2_2024"/>
          <p:cNvSpPr txBox="1"/>
          <p:nvPr>
            <p:ph idx="1" type="body"/>
          </p:nvPr>
        </p:nvSpPr>
        <p:spPr>
          <a:xfrm>
            <a:off x="800100" y="1110216"/>
            <a:ext cx="10553700" cy="398400"/>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2000"/>
              <a:buFont typeface="Lato"/>
              <a:buNone/>
            </a:pPr>
            <a:r>
              <a:rPr lang="en-US"/>
              <a:t>Step-by-Step Guide</a:t>
            </a:r>
            <a:endParaRPr/>
          </a:p>
        </p:txBody>
      </p:sp>
      <p:sp>
        <p:nvSpPr>
          <p:cNvPr id="719" name="Google Shape;719;g3e26d8eb961_2_2024"/>
          <p:cNvSpPr txBox="1"/>
          <p:nvPr>
            <p:ph type="title"/>
          </p:nvPr>
        </p:nvSpPr>
        <p:spPr>
          <a:xfrm>
            <a:off x="800100" y="266701"/>
            <a:ext cx="10553700" cy="632100"/>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How to Use GitHub Copilot in VS Code</a:t>
            </a:r>
            <a:endParaRPr/>
          </a:p>
        </p:txBody>
      </p:sp>
      <p:sp>
        <p:nvSpPr>
          <p:cNvPr id="720" name="Google Shape;720;g3e26d8eb961_2_2024"/>
          <p:cNvSpPr txBox="1"/>
          <p:nvPr>
            <p:ph idx="2" type="body"/>
          </p:nvPr>
        </p:nvSpPr>
        <p:spPr>
          <a:xfrm>
            <a:off x="800100" y="1605068"/>
            <a:ext cx="10553700" cy="4452900"/>
          </a:xfrm>
          <a:prstGeom prst="rect">
            <a:avLst/>
          </a:prstGeom>
          <a:noFill/>
          <a:ln>
            <a:noFill/>
          </a:ln>
        </p:spPr>
        <p:txBody>
          <a:bodyPr anchorCtr="0" anchor="t" bIns="45700" lIns="0" spcFirstLastPara="1" rIns="91425" wrap="square" tIns="45700">
            <a:noAutofit/>
          </a:bodyPr>
          <a:lstStyle/>
          <a:p>
            <a:pPr indent="-342900" lvl="0" marL="342900" rtl="0" algn="l">
              <a:lnSpc>
                <a:spcPct val="120000"/>
              </a:lnSpc>
              <a:spcBef>
                <a:spcPts val="0"/>
              </a:spcBef>
              <a:spcAft>
                <a:spcPts val="0"/>
              </a:spcAft>
              <a:buSzPts val="1600"/>
              <a:buFont typeface="Lato"/>
              <a:buAutoNum type="arabicPeriod"/>
            </a:pPr>
            <a:r>
              <a:rPr lang="en-US"/>
              <a:t>Request for GitHub Copilot access: </a:t>
            </a:r>
            <a:r>
              <a:rPr lang="en-US" u="sng">
                <a:solidFill>
                  <a:srgbClr val="000000"/>
                </a:solidFill>
                <a:hlinkClick r:id="rId3">
                  <a:extLst>
                    <a:ext uri="{A12FA001-AC4F-418D-AE19-62706E023703}">
                      <ahyp:hlinkClr val="tx"/>
                    </a:ext>
                  </a:extLst>
                </a:hlinkClick>
              </a:rPr>
              <a:t>#github-slaclab</a:t>
            </a:r>
            <a:endParaRPr>
              <a:solidFill>
                <a:srgbClr val="000000"/>
              </a:solidFill>
            </a:endParaRPr>
          </a:p>
          <a:p>
            <a:pPr indent="-342900" lvl="0" marL="342900" rtl="0" algn="l">
              <a:lnSpc>
                <a:spcPct val="120000"/>
              </a:lnSpc>
              <a:spcBef>
                <a:spcPts val="1000"/>
              </a:spcBef>
              <a:spcAft>
                <a:spcPts val="0"/>
              </a:spcAft>
              <a:buSzPts val="1600"/>
              <a:buFont typeface="Lato"/>
              <a:buAutoNum type="arabicPeriod"/>
            </a:pPr>
            <a:r>
              <a:rPr lang="en-US">
                <a:solidFill>
                  <a:srgbClr val="000000"/>
                </a:solidFill>
              </a:rPr>
              <a:t>Download and install the VS Code: </a:t>
            </a:r>
            <a:r>
              <a:rPr lang="en-US" u="sng">
                <a:solidFill>
                  <a:srgbClr val="000000"/>
                </a:solidFill>
                <a:hlinkClick r:id="rId4">
                  <a:extLst>
                    <a:ext uri="{A12FA001-AC4F-418D-AE19-62706E023703}">
                      <ahyp:hlinkClr val="tx"/>
                    </a:ext>
                  </a:extLst>
                </a:hlinkClick>
              </a:rPr>
              <a:t>https://code.visualstudio.com/Download</a:t>
            </a:r>
            <a:endParaRPr>
              <a:solidFill>
                <a:srgbClr val="000000"/>
              </a:solidFill>
            </a:endParaRPr>
          </a:p>
          <a:p>
            <a:pPr indent="-342900" lvl="0" marL="342900" rtl="0" algn="l">
              <a:lnSpc>
                <a:spcPct val="120000"/>
              </a:lnSpc>
              <a:spcBef>
                <a:spcPts val="1000"/>
              </a:spcBef>
              <a:spcAft>
                <a:spcPts val="0"/>
              </a:spcAft>
              <a:buSzPts val="1600"/>
              <a:buFont typeface="Lato"/>
              <a:buAutoNum type="arabicPeriod"/>
            </a:pPr>
            <a:r>
              <a:rPr i="1" lang="en-US">
                <a:solidFill>
                  <a:srgbClr val="FF0000"/>
                </a:solidFill>
              </a:rPr>
              <a:t>(Optional for connecting to SLAC servers remotely)</a:t>
            </a:r>
            <a:r>
              <a:rPr lang="en-US">
                <a:solidFill>
                  <a:srgbClr val="000000"/>
                </a:solidFill>
              </a:rPr>
              <a:t> Set up remote development using SSH in VS Code: https://code.visualstudio.com/docs/remote/ssh</a:t>
            </a:r>
            <a:endParaRPr>
              <a:solidFill>
                <a:srgbClr val="000000"/>
              </a:solidFill>
            </a:endParaRPr>
          </a:p>
          <a:p>
            <a:pPr indent="-342900" lvl="0" marL="342900" rtl="0" algn="l">
              <a:lnSpc>
                <a:spcPct val="120000"/>
              </a:lnSpc>
              <a:spcBef>
                <a:spcPts val="1000"/>
              </a:spcBef>
              <a:spcAft>
                <a:spcPts val="0"/>
              </a:spcAft>
              <a:buSzPts val="1600"/>
              <a:buFont typeface="Calibri"/>
              <a:buAutoNum type="arabicPeriod"/>
            </a:pPr>
            <a:r>
              <a:rPr i="1" lang="en-US">
                <a:solidFill>
                  <a:srgbClr val="FF0000"/>
                </a:solidFill>
              </a:rPr>
              <a:t>(Optional)</a:t>
            </a:r>
            <a:r>
              <a:rPr lang="en-US">
                <a:solidFill>
                  <a:schemeClr val="dk1"/>
                </a:solidFill>
              </a:rPr>
              <a:t> </a:t>
            </a:r>
            <a:r>
              <a:rPr lang="en-US">
                <a:solidFill>
                  <a:srgbClr val="000000"/>
                </a:solidFill>
              </a:rPr>
              <a:t>Add a </a:t>
            </a:r>
            <a:r>
              <a:rPr b="1" lang="en-US">
                <a:solidFill>
                  <a:srgbClr val="000000"/>
                </a:solidFill>
              </a:rPr>
              <a:t>config</a:t>
            </a:r>
            <a:r>
              <a:rPr lang="en-US">
                <a:solidFill>
                  <a:srgbClr val="000000"/>
                </a:solidFill>
              </a:rPr>
              <a:t> file to the .ssh folder for remote access to SLAC servers.</a:t>
            </a:r>
            <a:endParaRPr/>
          </a:p>
          <a:p>
            <a:pPr indent="0" lvl="0" marL="0" rtl="0" algn="l">
              <a:lnSpc>
                <a:spcPct val="120000"/>
              </a:lnSpc>
              <a:spcBef>
                <a:spcPts val="1000"/>
              </a:spcBef>
              <a:spcAft>
                <a:spcPts val="0"/>
              </a:spcAft>
              <a:buNone/>
            </a:pPr>
            <a:r>
              <a:t/>
            </a:r>
            <a:endParaRPr/>
          </a:p>
          <a:p>
            <a:pPr indent="0" lvl="0" marL="0" rtl="0" algn="l">
              <a:lnSpc>
                <a:spcPct val="120000"/>
              </a:lnSpc>
              <a:spcBef>
                <a:spcPts val="1000"/>
              </a:spcBef>
              <a:spcAft>
                <a:spcPts val="0"/>
              </a:spcAft>
              <a:buSzPts val="1600"/>
              <a:buFont typeface="Lato"/>
              <a:buNone/>
            </a:pPr>
            <a:r>
              <a:t/>
            </a:r>
            <a:endParaRPr>
              <a:solidFill>
                <a:srgbClr val="000000"/>
              </a:solidFill>
            </a:endParaRPr>
          </a:p>
          <a:p>
            <a:pPr indent="0" lvl="0" marL="0" rtl="0" algn="l">
              <a:lnSpc>
                <a:spcPct val="120000"/>
              </a:lnSpc>
              <a:spcBef>
                <a:spcPts val="500"/>
              </a:spcBef>
              <a:spcAft>
                <a:spcPts val="0"/>
              </a:spcAft>
              <a:buNone/>
            </a:pPr>
            <a:r>
              <a:t/>
            </a:r>
            <a:endParaRPr/>
          </a:p>
          <a:p>
            <a:pPr indent="-241300" lvl="0" marL="342900" rtl="0" algn="l">
              <a:lnSpc>
                <a:spcPct val="120000"/>
              </a:lnSpc>
              <a:spcBef>
                <a:spcPts val="1000"/>
              </a:spcBef>
              <a:spcAft>
                <a:spcPts val="0"/>
              </a:spcAft>
              <a:buSzPts val="1600"/>
              <a:buFont typeface="Arial"/>
              <a:buNone/>
            </a:pPr>
            <a:r>
              <a:t/>
            </a:r>
            <a:endParaRPr>
              <a:solidFill>
                <a:srgbClr val="000000"/>
              </a:solidFill>
            </a:endParaRPr>
          </a:p>
          <a:p>
            <a:pPr indent="-241300" lvl="0" marL="342900" rtl="0" algn="l">
              <a:lnSpc>
                <a:spcPct val="120000"/>
              </a:lnSpc>
              <a:spcBef>
                <a:spcPts val="1000"/>
              </a:spcBef>
              <a:spcAft>
                <a:spcPts val="0"/>
              </a:spcAft>
              <a:buSzPts val="1600"/>
              <a:buFont typeface="Lato"/>
              <a:buNone/>
            </a:pPr>
            <a:r>
              <a:t/>
            </a:r>
            <a:endParaRPr>
              <a:solidFill>
                <a:srgbClr val="000000"/>
              </a:solidFill>
            </a:endParaRPr>
          </a:p>
          <a:p>
            <a:pPr indent="-241300" lvl="0" marL="342900" rtl="0" algn="l">
              <a:lnSpc>
                <a:spcPct val="120000"/>
              </a:lnSpc>
              <a:spcBef>
                <a:spcPts val="1000"/>
              </a:spcBef>
              <a:spcAft>
                <a:spcPts val="0"/>
              </a:spcAft>
              <a:buSzPts val="1600"/>
              <a:buFont typeface="Lato"/>
              <a:buNone/>
            </a:pPr>
            <a:r>
              <a:t/>
            </a:r>
            <a:endParaRPr>
              <a:solidFill>
                <a:srgbClr val="000000"/>
              </a:solidFill>
            </a:endParaRPr>
          </a:p>
          <a:p>
            <a:pPr indent="-241300" lvl="0" marL="342900" rtl="0" algn="l">
              <a:lnSpc>
                <a:spcPct val="120000"/>
              </a:lnSpc>
              <a:spcBef>
                <a:spcPts val="1000"/>
              </a:spcBef>
              <a:spcAft>
                <a:spcPts val="0"/>
              </a:spcAft>
              <a:buSzPts val="1600"/>
              <a:buFont typeface="Lato"/>
              <a:buNone/>
            </a:pPr>
            <a:r>
              <a:t/>
            </a:r>
            <a:endParaRPr>
              <a:solidFill>
                <a:srgbClr val="000000"/>
              </a:solidFill>
            </a:endParaRPr>
          </a:p>
          <a:p>
            <a:pPr indent="-241300" lvl="0" marL="342900" rtl="0" algn="l">
              <a:lnSpc>
                <a:spcPct val="120000"/>
              </a:lnSpc>
              <a:spcBef>
                <a:spcPts val="1000"/>
              </a:spcBef>
              <a:spcAft>
                <a:spcPts val="0"/>
              </a:spcAft>
              <a:buSzPts val="1600"/>
              <a:buFont typeface="Lato"/>
              <a:buNone/>
            </a:pPr>
            <a:r>
              <a:t/>
            </a:r>
            <a:endParaRPr/>
          </a:p>
        </p:txBody>
      </p:sp>
      <p:sp>
        <p:nvSpPr>
          <p:cNvPr id="721" name="Google Shape;721;g3e26d8eb961_2_2024"/>
          <p:cNvSpPr txBox="1"/>
          <p:nvPr>
            <p:ph idx="12" type="sldNum"/>
          </p:nvPr>
        </p:nvSpPr>
        <p:spPr>
          <a:xfrm>
            <a:off x="8610600" y="6282824"/>
            <a:ext cx="2743200" cy="365100"/>
          </a:xfrm>
          <a:prstGeom prst="rect">
            <a:avLst/>
          </a:prstGeom>
          <a:noFill/>
          <a:ln>
            <a:noFill/>
          </a:ln>
        </p:spPr>
        <p:txBody>
          <a:bodyPr anchorCtr="0" anchor="ctr" bIns="45700" lIns="91425" spcFirstLastPara="1" rIns="0"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22" name="Google Shape;722;g3e26d8eb961_2_2024"/>
          <p:cNvSpPr txBox="1"/>
          <p:nvPr/>
        </p:nvSpPr>
        <p:spPr>
          <a:xfrm>
            <a:off x="1107625" y="3608050"/>
            <a:ext cx="3960000" cy="3039900"/>
          </a:xfrm>
          <a:prstGeom prst="rect">
            <a:avLst/>
          </a:prstGeom>
          <a:solidFill>
            <a:schemeClr val="lt1"/>
          </a:solidFill>
          <a:ln>
            <a:noFill/>
          </a:ln>
        </p:spPr>
        <p:txBody>
          <a:bodyPr anchorCtr="0" anchor="t" bIns="45700" lIns="91425" spcFirstLastPara="1" rIns="91425" wrap="square" tIns="45700">
            <a:spAutoFit/>
          </a:bodyPr>
          <a:lstStyle/>
          <a:p>
            <a:pPr indent="0" lvl="0" marL="0" rtl="0" algn="l">
              <a:lnSpc>
                <a:spcPct val="115000"/>
              </a:lnSpc>
              <a:spcBef>
                <a:spcPts val="0"/>
              </a:spcBef>
              <a:spcAft>
                <a:spcPts val="0"/>
              </a:spcAft>
              <a:buSzPts val="1100"/>
              <a:buNone/>
            </a:pPr>
            <a:r>
              <a:rPr b="1" lang="en-US" sz="1000">
                <a:solidFill>
                  <a:srgbClr val="FF0000"/>
                </a:solidFill>
              </a:rPr>
              <a:t>&lt; Example config for remote connection to SLAC servers &gt;</a:t>
            </a:r>
            <a:endParaRPr sz="1000">
              <a:solidFill>
                <a:srgbClr val="FF0000"/>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Host *</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        ForwardAgent yes</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        IdentitiesOnlyyes</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Host s3df</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        HostNames3dflogin.slac.stanford.edu</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        User &lt;your_id&gt;</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        IdentityFile~/.ssh/id_ed25519</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Host devlogin</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        HostNamedevlogin</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        User &lt;your_id&gt;</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        ProxyJumps3df</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Host dev-epicsgw</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        HostNamedev-epicsgw</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        User &lt;your_id&gt;</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        ProxyJumpdevlogin</a:t>
            </a:r>
            <a:endParaRPr sz="10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24"/>
          <p:cNvSpPr txBox="1"/>
          <p:nvPr>
            <p:ph idx="1" type="body"/>
          </p:nvPr>
        </p:nvSpPr>
        <p:spPr>
          <a:xfrm>
            <a:off x="800100" y="1110216"/>
            <a:ext cx="10553700" cy="398482"/>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2000"/>
              <a:buFont typeface="Lato"/>
              <a:buNone/>
            </a:pPr>
            <a:r>
              <a:rPr lang="en-US"/>
              <a:t>Agent, Ask, Plan</a:t>
            </a:r>
            <a:endParaRPr/>
          </a:p>
        </p:txBody>
      </p:sp>
      <p:sp>
        <p:nvSpPr>
          <p:cNvPr id="728" name="Google Shape;728;p24"/>
          <p:cNvSpPr txBox="1"/>
          <p:nvPr>
            <p:ph type="title"/>
          </p:nvPr>
        </p:nvSpPr>
        <p:spPr>
          <a:xfrm>
            <a:off x="800100" y="266701"/>
            <a:ext cx="10553700" cy="632152"/>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GitHub Copilot Chat Modes </a:t>
            </a:r>
            <a:endParaRPr/>
          </a:p>
        </p:txBody>
      </p:sp>
      <p:sp>
        <p:nvSpPr>
          <p:cNvPr id="729" name="Google Shape;729;p24"/>
          <p:cNvSpPr txBox="1"/>
          <p:nvPr>
            <p:ph idx="2" type="body"/>
          </p:nvPr>
        </p:nvSpPr>
        <p:spPr>
          <a:xfrm>
            <a:off x="800100" y="1605067"/>
            <a:ext cx="10553700" cy="4631609"/>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b="1" lang="en-US">
                <a:latin typeface="Lato"/>
                <a:ea typeface="Lato"/>
                <a:cs typeface="Lato"/>
                <a:sym typeface="Lato"/>
              </a:rPr>
              <a:t>Ask Mode</a:t>
            </a:r>
            <a:endParaRPr/>
          </a:p>
          <a:p>
            <a:pPr indent="-172720" lvl="1" marL="466725" rtl="0" algn="l">
              <a:lnSpc>
                <a:spcPct val="120000"/>
              </a:lnSpc>
              <a:spcBef>
                <a:spcPts val="500"/>
              </a:spcBef>
              <a:spcAft>
                <a:spcPts val="0"/>
              </a:spcAft>
              <a:buSzPts val="1792"/>
              <a:buChar char="•"/>
            </a:pPr>
            <a:r>
              <a:rPr lang="en-US">
                <a:latin typeface="Lato"/>
                <a:ea typeface="Lato"/>
                <a:cs typeface="Lato"/>
                <a:sym typeface="Lato"/>
              </a:rPr>
              <a:t>For quick, conversational support and understanding. </a:t>
            </a:r>
            <a:endParaRPr/>
          </a:p>
          <a:p>
            <a:pPr indent="-285750" lvl="1" marL="752475" rtl="0" algn="l">
              <a:lnSpc>
                <a:spcPct val="120000"/>
              </a:lnSpc>
              <a:spcBef>
                <a:spcPts val="500"/>
              </a:spcBef>
              <a:spcAft>
                <a:spcPts val="0"/>
              </a:spcAft>
              <a:buSzPts val="1792"/>
              <a:buChar char="•"/>
            </a:pPr>
            <a:r>
              <a:rPr lang="en-US"/>
              <a:t>It will not make autonomous edits to your codebase.</a:t>
            </a:r>
            <a:endParaRPr/>
          </a:p>
          <a:p>
            <a:pPr indent="-285750" lvl="0" marL="285750" rtl="0" algn="l">
              <a:lnSpc>
                <a:spcPct val="120000"/>
              </a:lnSpc>
              <a:spcBef>
                <a:spcPts val="1000"/>
              </a:spcBef>
              <a:spcAft>
                <a:spcPts val="0"/>
              </a:spcAft>
              <a:buSzPts val="1600"/>
              <a:buFont typeface="Arial"/>
              <a:buChar char="•"/>
            </a:pPr>
            <a:r>
              <a:rPr b="1" lang="en-US"/>
              <a:t>Agent Mode</a:t>
            </a:r>
            <a:endParaRPr/>
          </a:p>
          <a:p>
            <a:pPr indent="-285750" lvl="1" marL="752475" rtl="0" algn="l">
              <a:lnSpc>
                <a:spcPct val="120000"/>
              </a:lnSpc>
              <a:spcBef>
                <a:spcPts val="500"/>
              </a:spcBef>
              <a:spcAft>
                <a:spcPts val="0"/>
              </a:spcAft>
              <a:buSzPts val="1792"/>
              <a:buChar char="•"/>
            </a:pPr>
            <a:r>
              <a:rPr lang="en-US">
                <a:latin typeface="Lato"/>
                <a:ea typeface="Lato"/>
                <a:cs typeface="Lato"/>
                <a:sym typeface="Lato"/>
              </a:rPr>
              <a:t>The most autonomous mode, where you delegate a high-level task to Copilot.</a:t>
            </a:r>
            <a:endParaRPr/>
          </a:p>
          <a:p>
            <a:pPr indent="-285750" lvl="1" marL="752475" rtl="0" algn="l">
              <a:lnSpc>
                <a:spcPct val="120000"/>
              </a:lnSpc>
              <a:spcBef>
                <a:spcPts val="500"/>
              </a:spcBef>
              <a:spcAft>
                <a:spcPts val="0"/>
              </a:spcAft>
              <a:buSzPts val="1792"/>
              <a:buChar char="•"/>
            </a:pPr>
            <a:r>
              <a:rPr lang="en-US">
                <a:latin typeface="Lato"/>
                <a:ea typeface="Lato"/>
                <a:cs typeface="Lato"/>
                <a:sym typeface="Lato"/>
              </a:rPr>
              <a:t>Copilot </a:t>
            </a:r>
            <a:r>
              <a:rPr b="1" lang="en-US">
                <a:latin typeface="Lato"/>
                <a:ea typeface="Lato"/>
                <a:cs typeface="Lato"/>
                <a:sym typeface="Lato"/>
              </a:rPr>
              <a:t>autonomously plans the steps, selects the necessary files, runs terminal commands or tests, makes edits, monitors the output, and iterates on the code </a:t>
            </a:r>
            <a:r>
              <a:rPr lang="en-US">
                <a:latin typeface="Lato"/>
                <a:ea typeface="Lato"/>
                <a:cs typeface="Lato"/>
                <a:sym typeface="Lato"/>
              </a:rPr>
              <a:t>until the task is complete.</a:t>
            </a:r>
            <a:endParaRPr/>
          </a:p>
          <a:p>
            <a:pPr indent="-285750" lvl="1" marL="752475" rtl="0" algn="l">
              <a:lnSpc>
                <a:spcPct val="120000"/>
              </a:lnSpc>
              <a:spcBef>
                <a:spcPts val="500"/>
              </a:spcBef>
              <a:spcAft>
                <a:spcPts val="0"/>
              </a:spcAft>
              <a:buSzPts val="1792"/>
              <a:buChar char="•"/>
            </a:pPr>
            <a:r>
              <a:rPr lang="en-US"/>
              <a:t>Ideal for multi-step tasks that span many files, such as implementing a new feature or fixing a complex bug.</a:t>
            </a:r>
            <a:endParaRPr/>
          </a:p>
          <a:p>
            <a:pPr indent="-285750" lvl="0" marL="285750" rtl="0" algn="l">
              <a:lnSpc>
                <a:spcPct val="120000"/>
              </a:lnSpc>
              <a:spcBef>
                <a:spcPts val="1000"/>
              </a:spcBef>
              <a:spcAft>
                <a:spcPts val="0"/>
              </a:spcAft>
              <a:buSzPts val="1600"/>
              <a:buFont typeface="Arial"/>
              <a:buChar char="•"/>
            </a:pPr>
            <a:r>
              <a:rPr b="1" lang="en-US"/>
              <a:t>Plan Mode</a:t>
            </a:r>
            <a:endParaRPr/>
          </a:p>
          <a:p>
            <a:pPr indent="-285750" lvl="1" marL="752475" rtl="0" algn="l">
              <a:lnSpc>
                <a:spcPct val="120000"/>
              </a:lnSpc>
              <a:spcBef>
                <a:spcPts val="500"/>
              </a:spcBef>
              <a:spcAft>
                <a:spcPts val="0"/>
              </a:spcAft>
              <a:buSzPts val="1792"/>
              <a:buChar char="•"/>
            </a:pPr>
            <a:r>
              <a:rPr lang="en-US"/>
              <a:t>For large, complex, or risky tasks.</a:t>
            </a:r>
            <a:endParaRPr/>
          </a:p>
          <a:p>
            <a:pPr indent="-285750" lvl="1" marL="752475" rtl="0" algn="l">
              <a:lnSpc>
                <a:spcPct val="120000"/>
              </a:lnSpc>
              <a:spcBef>
                <a:spcPts val="500"/>
              </a:spcBef>
              <a:spcAft>
                <a:spcPts val="0"/>
              </a:spcAft>
              <a:buSzPts val="1792"/>
              <a:buChar char="•"/>
            </a:pPr>
            <a:r>
              <a:rPr lang="en-US"/>
              <a:t>Plan mode has Copilot create a </a:t>
            </a:r>
            <a:r>
              <a:rPr b="1" lang="en-US"/>
              <a:t>detailed, step-by-step implementation plan before writing any code</a:t>
            </a:r>
            <a:r>
              <a:rPr lang="en-US"/>
              <a:t>.</a:t>
            </a:r>
            <a:endParaRPr/>
          </a:p>
          <a:p>
            <a:pPr indent="-285750" lvl="1" marL="752475" rtl="0" algn="l">
              <a:lnSpc>
                <a:spcPct val="120000"/>
              </a:lnSpc>
              <a:spcBef>
                <a:spcPts val="500"/>
              </a:spcBef>
              <a:spcAft>
                <a:spcPts val="0"/>
              </a:spcAft>
              <a:buSzPts val="1792"/>
              <a:buChar char="•"/>
            </a:pPr>
            <a:r>
              <a:rPr lang="en-US"/>
              <a:t>Allows you to review, refine, and align on the approach with Copilot to ensure all requirements are met and reduce misunderstandings before the implementation begins.</a:t>
            </a:r>
            <a:endParaRPr/>
          </a:p>
        </p:txBody>
      </p:sp>
      <p:sp>
        <p:nvSpPr>
          <p:cNvPr id="730" name="Google Shape;730;p24"/>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25"/>
          <p:cNvSpPr txBox="1"/>
          <p:nvPr>
            <p:ph type="title"/>
          </p:nvPr>
        </p:nvSpPr>
        <p:spPr>
          <a:xfrm>
            <a:off x="800100" y="266701"/>
            <a:ext cx="10553700" cy="632152"/>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latin typeface="Lato"/>
                <a:ea typeface="Lato"/>
                <a:cs typeface="Lato"/>
                <a:sym typeface="Lato"/>
              </a:rPr>
              <a:t>GitHub Copilot Approval Modes </a:t>
            </a:r>
            <a:endParaRPr b="0">
              <a:solidFill>
                <a:srgbClr val="000000"/>
              </a:solidFill>
              <a:latin typeface="Lato"/>
              <a:ea typeface="Lato"/>
              <a:cs typeface="Lato"/>
              <a:sym typeface="Lato"/>
            </a:endParaRPr>
          </a:p>
        </p:txBody>
      </p:sp>
      <p:sp>
        <p:nvSpPr>
          <p:cNvPr id="736" name="Google Shape;736;p25"/>
          <p:cNvSpPr txBox="1"/>
          <p:nvPr>
            <p:ph idx="2" type="body"/>
          </p:nvPr>
        </p:nvSpPr>
        <p:spPr>
          <a:xfrm>
            <a:off x="800100" y="1130616"/>
            <a:ext cx="10568077" cy="4927284"/>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b="1" lang="en-US">
                <a:latin typeface="Lato"/>
                <a:ea typeface="Lato"/>
                <a:cs typeface="Lato"/>
                <a:sym typeface="Lato"/>
              </a:rPr>
              <a:t>Default Approvals</a:t>
            </a:r>
            <a:endParaRPr/>
          </a:p>
          <a:p>
            <a:pPr indent="-285750" lvl="1" marL="752475" rtl="0" algn="l">
              <a:lnSpc>
                <a:spcPct val="120000"/>
              </a:lnSpc>
              <a:spcBef>
                <a:spcPts val="500"/>
              </a:spcBef>
              <a:spcAft>
                <a:spcPts val="0"/>
              </a:spcAft>
              <a:buSzPts val="1792"/>
              <a:buFont typeface="Arial"/>
              <a:buChar char="•"/>
            </a:pPr>
            <a:r>
              <a:rPr lang="en-US">
                <a:latin typeface="Lato"/>
                <a:ea typeface="Lato"/>
                <a:cs typeface="Lato"/>
                <a:sym typeface="Lato"/>
              </a:rPr>
              <a:t>Requires manual approval for actions that modify files, run terminal commands, or use external tools.</a:t>
            </a:r>
            <a:endParaRPr/>
          </a:p>
          <a:p>
            <a:pPr indent="-285750" lvl="0" marL="285750" rtl="0" algn="l">
              <a:lnSpc>
                <a:spcPct val="120000"/>
              </a:lnSpc>
              <a:spcBef>
                <a:spcPts val="1000"/>
              </a:spcBef>
              <a:spcAft>
                <a:spcPts val="0"/>
              </a:spcAft>
              <a:buSzPts val="1600"/>
              <a:buFont typeface="Arial"/>
              <a:buChar char="•"/>
            </a:pPr>
            <a:r>
              <a:rPr b="1" lang="en-US">
                <a:latin typeface="Lato"/>
                <a:ea typeface="Lato"/>
                <a:cs typeface="Lato"/>
                <a:sym typeface="Lato"/>
              </a:rPr>
              <a:t>Bypass Approvals</a:t>
            </a:r>
            <a:endParaRPr/>
          </a:p>
          <a:p>
            <a:pPr indent="-285750" lvl="1" marL="752475" rtl="0" algn="l">
              <a:lnSpc>
                <a:spcPct val="120000"/>
              </a:lnSpc>
              <a:spcBef>
                <a:spcPts val="500"/>
              </a:spcBef>
              <a:spcAft>
                <a:spcPts val="0"/>
              </a:spcAft>
              <a:buSzPts val="1792"/>
              <a:buFont typeface="Arial"/>
              <a:buChar char="•"/>
            </a:pPr>
            <a:r>
              <a:rPr lang="en-US"/>
              <a:t>Automatically runs tool calls (like reading/writing files) without prompting you for each step. However, it may still ask for clarification.</a:t>
            </a:r>
            <a:endParaRPr/>
          </a:p>
          <a:p>
            <a:pPr indent="-285750" lvl="0" marL="285750" rtl="0" algn="l">
              <a:lnSpc>
                <a:spcPct val="120000"/>
              </a:lnSpc>
              <a:spcBef>
                <a:spcPts val="1000"/>
              </a:spcBef>
              <a:spcAft>
                <a:spcPts val="0"/>
              </a:spcAft>
              <a:buSzPts val="1600"/>
              <a:buFont typeface="Arial"/>
              <a:buChar char="•"/>
            </a:pPr>
            <a:r>
              <a:rPr b="1" lang="en-US">
                <a:latin typeface="Lato"/>
                <a:ea typeface="Lato"/>
                <a:cs typeface="Lato"/>
                <a:sym typeface="Lato"/>
              </a:rPr>
              <a:t>Autopilot</a:t>
            </a:r>
            <a:endParaRPr/>
          </a:p>
          <a:p>
            <a:pPr indent="-285750" lvl="1" marL="752475" rtl="0" algn="l">
              <a:lnSpc>
                <a:spcPct val="120000"/>
              </a:lnSpc>
              <a:spcBef>
                <a:spcPts val="500"/>
              </a:spcBef>
              <a:spcAft>
                <a:spcPts val="0"/>
              </a:spcAft>
              <a:buSzPts val="1792"/>
              <a:buFont typeface="Arial"/>
              <a:buChar char="•"/>
            </a:pPr>
            <a:r>
              <a:rPr lang="en-US"/>
              <a:t>Operates autonomously to complete tasks. It auto-approves all tool calls and automatically answers its own clarifying questions to continue working until the task is complete</a:t>
            </a:r>
            <a:endParaRPr/>
          </a:p>
        </p:txBody>
      </p:sp>
      <p:sp>
        <p:nvSpPr>
          <p:cNvPr id="737" name="Google Shape;737;p25"/>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26"/>
          <p:cNvSpPr txBox="1"/>
          <p:nvPr>
            <p:ph idx="1" type="body"/>
          </p:nvPr>
        </p:nvSpPr>
        <p:spPr>
          <a:xfrm>
            <a:off x="800100" y="638271"/>
            <a:ext cx="9481118" cy="2266186"/>
          </a:xfrm>
          <a:prstGeom prst="rect">
            <a:avLst/>
          </a:prstGeom>
          <a:noFill/>
          <a:ln>
            <a:noFill/>
          </a:ln>
        </p:spPr>
        <p:txBody>
          <a:bodyPr anchorCtr="0" anchor="b" bIns="45700" lIns="0" spcFirstLastPara="1" rIns="91425" wrap="square" tIns="45700">
            <a:normAutofit/>
          </a:bodyPr>
          <a:lstStyle/>
          <a:p>
            <a:pPr indent="0" lvl="0" marL="0" rtl="0" algn="l">
              <a:lnSpc>
                <a:spcPct val="100000"/>
              </a:lnSpc>
              <a:spcBef>
                <a:spcPts val="0"/>
              </a:spcBef>
              <a:spcAft>
                <a:spcPts val="0"/>
              </a:spcAft>
              <a:buClr>
                <a:srgbClr val="8C1515"/>
              </a:buClr>
              <a:buSzPts val="4800"/>
              <a:buFont typeface="Lato"/>
              <a:buNone/>
            </a:pPr>
            <a:r>
              <a:rPr lang="en-US">
                <a:latin typeface="Lato"/>
                <a:ea typeface="Lato"/>
                <a:cs typeface="Lato"/>
                <a:sym typeface="Lato"/>
              </a:rPr>
              <a:t>Agentic AI for accelerated development and testing</a:t>
            </a:r>
            <a:endParaRPr>
              <a:latin typeface="Lato"/>
              <a:ea typeface="Lato"/>
              <a:cs typeface="Lato"/>
              <a:sym typeface="Lato"/>
            </a:endParaRPr>
          </a:p>
        </p:txBody>
      </p:sp>
      <p:sp>
        <p:nvSpPr>
          <p:cNvPr id="743" name="Google Shape;743;p26"/>
          <p:cNvSpPr txBox="1"/>
          <p:nvPr>
            <p:ph idx="3" type="body"/>
          </p:nvPr>
        </p:nvSpPr>
        <p:spPr>
          <a:xfrm>
            <a:off x="800100" y="3836713"/>
            <a:ext cx="6553200" cy="416343"/>
          </a:xfrm>
          <a:prstGeom prst="rect">
            <a:avLst/>
          </a:prstGeom>
          <a:noFill/>
          <a:ln>
            <a:noFill/>
          </a:ln>
        </p:spPr>
        <p:txBody>
          <a:bodyPr anchorCtr="0" anchor="t" bIns="45700" lIns="0" spcFirstLastPara="1" rIns="91425" wrap="square" tIns="45700">
            <a:noAutofit/>
          </a:bodyPr>
          <a:lstStyle/>
          <a:p>
            <a:pPr indent="0" lvl="0" marL="0" rtl="0" algn="l">
              <a:lnSpc>
                <a:spcPct val="100000"/>
              </a:lnSpc>
              <a:spcBef>
                <a:spcPts val="0"/>
              </a:spcBef>
              <a:spcAft>
                <a:spcPts val="0"/>
              </a:spcAft>
              <a:buClr>
                <a:srgbClr val="3F3F3F"/>
              </a:buClr>
              <a:buSzPts val="1800"/>
              <a:buFont typeface="Lato"/>
              <a:buNone/>
            </a:pPr>
            <a:r>
              <a:rPr lang="en-US">
                <a:latin typeface="Lato"/>
                <a:ea typeface="Lato"/>
                <a:cs typeface="Lato"/>
                <a:sym typeface="Lato"/>
              </a:rPr>
              <a:t>Claudio Bisegni</a:t>
            </a:r>
            <a:endParaRPr/>
          </a:p>
        </p:txBody>
      </p:sp>
      <p:sp>
        <p:nvSpPr>
          <p:cNvPr id="744" name="Google Shape;744;p26"/>
          <p:cNvSpPr txBox="1"/>
          <p:nvPr>
            <p:ph idx="4" type="body"/>
          </p:nvPr>
        </p:nvSpPr>
        <p:spPr>
          <a:xfrm>
            <a:off x="800100" y="4260940"/>
            <a:ext cx="6553200" cy="416337"/>
          </a:xfrm>
          <a:prstGeom prst="rect">
            <a:avLst/>
          </a:prstGeom>
          <a:noFill/>
          <a:ln>
            <a:noFill/>
          </a:ln>
        </p:spPr>
        <p:txBody>
          <a:bodyPr anchorCtr="0" anchor="t" bIns="45700" lIns="0" spcFirstLastPara="1" rIns="91425" wrap="square" tIns="45700">
            <a:noAutofit/>
          </a:bodyPr>
          <a:lstStyle/>
          <a:p>
            <a:pPr indent="0" lvl="0" marL="0" rtl="0" algn="l">
              <a:lnSpc>
                <a:spcPct val="100000"/>
              </a:lnSpc>
              <a:spcBef>
                <a:spcPts val="0"/>
              </a:spcBef>
              <a:spcAft>
                <a:spcPts val="0"/>
              </a:spcAft>
              <a:buClr>
                <a:srgbClr val="3F3F3F"/>
              </a:buClr>
              <a:buSzPts val="1800"/>
              <a:buFont typeface="Lato"/>
              <a:buNone/>
            </a:pPr>
            <a:r>
              <a:rPr lang="en-US"/>
              <a:t>AD-EED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27"/>
          <p:cNvSpPr txBox="1"/>
          <p:nvPr>
            <p:ph idx="1" type="body"/>
          </p:nvPr>
        </p:nvSpPr>
        <p:spPr>
          <a:xfrm>
            <a:off x="800100" y="1110216"/>
            <a:ext cx="10553700" cy="398482"/>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2000"/>
              <a:buFont typeface="Lato"/>
              <a:buNone/>
            </a:pPr>
            <a:r>
              <a:rPr lang="en-US"/>
              <a:t>What is covered​</a:t>
            </a:r>
            <a:endParaRPr/>
          </a:p>
        </p:txBody>
      </p:sp>
      <p:sp>
        <p:nvSpPr>
          <p:cNvPr id="750" name="Google Shape;750;p27"/>
          <p:cNvSpPr txBox="1"/>
          <p:nvPr>
            <p:ph type="title"/>
          </p:nvPr>
        </p:nvSpPr>
        <p:spPr>
          <a:xfrm>
            <a:off x="800100" y="266701"/>
            <a:ext cx="10553700" cy="632152"/>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Outline​</a:t>
            </a:r>
            <a:endParaRPr/>
          </a:p>
        </p:txBody>
      </p:sp>
      <p:sp>
        <p:nvSpPr>
          <p:cNvPr id="751" name="Google Shape;751;p27"/>
          <p:cNvSpPr txBox="1"/>
          <p:nvPr>
            <p:ph idx="2" type="body"/>
          </p:nvPr>
        </p:nvSpPr>
        <p:spPr>
          <a:xfrm>
            <a:off x="800100" y="1605068"/>
            <a:ext cx="10553700" cy="4452832"/>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lang="en-US">
                <a:latin typeface="Lato"/>
                <a:ea typeface="Lato"/>
                <a:cs typeface="Lato"/>
                <a:sym typeface="Lato"/>
              </a:rPr>
              <a:t>Difference from normal Chat (chatGpt, Claude, Gemini, etc…) and complex Chat Agent (Codex, Claude Code, Gemini-Cli, Copilot, OpenCode, etc…)​</a:t>
            </a:r>
            <a:endParaRPr/>
          </a:p>
          <a:p>
            <a:pPr indent="-285750" lvl="0" marL="285750" rtl="0" algn="l">
              <a:lnSpc>
                <a:spcPct val="120000"/>
              </a:lnSpc>
              <a:spcBef>
                <a:spcPts val="1000"/>
              </a:spcBef>
              <a:spcAft>
                <a:spcPts val="0"/>
              </a:spcAft>
              <a:buSzPts val="1600"/>
              <a:buFont typeface="Arial"/>
              <a:buChar char="•"/>
            </a:pPr>
            <a:r>
              <a:rPr lang="en-US">
                <a:latin typeface="Lato"/>
                <a:ea typeface="Lato"/>
                <a:cs typeface="Lato"/>
                <a:sym typeface="Lato"/>
              </a:rPr>
              <a:t>The Origins of the Agent Loop — ReAct​</a:t>
            </a:r>
            <a:endParaRPr/>
          </a:p>
          <a:p>
            <a:pPr indent="-285750" lvl="0" marL="285750" rtl="0" algn="l">
              <a:lnSpc>
                <a:spcPct val="120000"/>
              </a:lnSpc>
              <a:spcBef>
                <a:spcPts val="1000"/>
              </a:spcBef>
              <a:spcAft>
                <a:spcPts val="0"/>
              </a:spcAft>
              <a:buSzPts val="1600"/>
              <a:buFont typeface="Arial"/>
              <a:buChar char="•"/>
            </a:pPr>
            <a:r>
              <a:rPr lang="en-US"/>
              <a:t>Modern Agent​</a:t>
            </a:r>
            <a:endParaRPr/>
          </a:p>
          <a:p>
            <a:pPr indent="-285750" lvl="0" marL="285750" rtl="0" algn="l">
              <a:lnSpc>
                <a:spcPct val="120000"/>
              </a:lnSpc>
              <a:spcBef>
                <a:spcPts val="1000"/>
              </a:spcBef>
              <a:spcAft>
                <a:spcPts val="0"/>
              </a:spcAft>
              <a:buSzPts val="1600"/>
              <a:buFont typeface="Arial"/>
              <a:buChar char="•"/>
            </a:pPr>
            <a:r>
              <a:rPr lang="en-US"/>
              <a:t>MCP</a:t>
            </a:r>
            <a:endParaRPr/>
          </a:p>
          <a:p>
            <a:pPr indent="-285750" lvl="0" marL="285750" rtl="0" algn="l">
              <a:lnSpc>
                <a:spcPct val="120000"/>
              </a:lnSpc>
              <a:spcBef>
                <a:spcPts val="1000"/>
              </a:spcBef>
              <a:spcAft>
                <a:spcPts val="0"/>
              </a:spcAft>
              <a:buSzPts val="1600"/>
              <a:buFont typeface="Arial"/>
              <a:buChar char="•"/>
            </a:pPr>
            <a:r>
              <a:rPr lang="en-US"/>
              <a:t>Skills​</a:t>
            </a:r>
            <a:endParaRPr/>
          </a:p>
          <a:p>
            <a:pPr indent="-285750" lvl="0" marL="285750" rtl="0" algn="l">
              <a:lnSpc>
                <a:spcPct val="120000"/>
              </a:lnSpc>
              <a:spcBef>
                <a:spcPts val="1000"/>
              </a:spcBef>
              <a:spcAft>
                <a:spcPts val="0"/>
              </a:spcAft>
              <a:buSzPts val="1600"/>
              <a:buFont typeface="Arial"/>
              <a:buChar char="•"/>
            </a:pPr>
            <a:r>
              <a:rPr lang="en-US"/>
              <a:t>Sub-Agents​</a:t>
            </a:r>
            <a:endParaRPr/>
          </a:p>
          <a:p>
            <a:pPr indent="-285750" lvl="0" marL="285750" rtl="0" algn="l">
              <a:lnSpc>
                <a:spcPct val="120000"/>
              </a:lnSpc>
              <a:spcBef>
                <a:spcPts val="1000"/>
              </a:spcBef>
              <a:spcAft>
                <a:spcPts val="0"/>
              </a:spcAft>
              <a:buSzPts val="1600"/>
              <a:buFont typeface="Arial"/>
              <a:buChar char="•"/>
            </a:pPr>
            <a:r>
              <a:rPr lang="en-US"/>
              <a:t>Plugin​s</a:t>
            </a:r>
            <a:endParaRPr/>
          </a:p>
          <a:p>
            <a:pPr indent="0" lvl="0" marL="0" rtl="0" algn="l">
              <a:lnSpc>
                <a:spcPct val="120000"/>
              </a:lnSpc>
              <a:spcBef>
                <a:spcPts val="1000"/>
              </a:spcBef>
              <a:spcAft>
                <a:spcPts val="0"/>
              </a:spcAft>
              <a:buSzPts val="1600"/>
              <a:buFont typeface="Lato"/>
              <a:buNone/>
            </a:pPr>
            <a:r>
              <a:rPr lang="en-US"/>
              <a: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28"/>
          <p:cNvSpPr txBox="1"/>
          <p:nvPr>
            <p:ph idx="1" type="body"/>
          </p:nvPr>
        </p:nvSpPr>
        <p:spPr>
          <a:xfrm>
            <a:off x="800100" y="1110216"/>
            <a:ext cx="10553700" cy="398482"/>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2000"/>
              <a:buFont typeface="Lato"/>
              <a:buNone/>
            </a:pPr>
            <a:r>
              <a:rPr lang="en-US">
                <a:latin typeface="Lato"/>
                <a:ea typeface="Lato"/>
                <a:cs typeface="Lato"/>
                <a:sym typeface="Lato"/>
              </a:rPr>
              <a:t>ChatGPT · Claude · Gemini ...</a:t>
            </a:r>
            <a:endParaRPr/>
          </a:p>
        </p:txBody>
      </p:sp>
      <p:sp>
        <p:nvSpPr>
          <p:cNvPr id="757" name="Google Shape;757;p28"/>
          <p:cNvSpPr txBox="1"/>
          <p:nvPr>
            <p:ph type="title"/>
          </p:nvPr>
        </p:nvSpPr>
        <p:spPr>
          <a:xfrm>
            <a:off x="800100" y="266701"/>
            <a:ext cx="10553700" cy="632152"/>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NORMAL CHAT​</a:t>
            </a:r>
            <a:endParaRPr/>
          </a:p>
        </p:txBody>
      </p:sp>
      <p:sp>
        <p:nvSpPr>
          <p:cNvPr id="758" name="Google Shape;758;p28"/>
          <p:cNvSpPr txBox="1"/>
          <p:nvPr>
            <p:ph idx="2" type="body"/>
          </p:nvPr>
        </p:nvSpPr>
        <p:spPr>
          <a:xfrm>
            <a:off x="800100" y="1605068"/>
            <a:ext cx="10553700" cy="4452832"/>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b="1" lang="en-US">
                <a:latin typeface="Lato"/>
                <a:ea typeface="Lato"/>
                <a:cs typeface="Lato"/>
                <a:sym typeface="Lato"/>
              </a:rPr>
              <a:t>Single turn</a:t>
            </a:r>
            <a:r>
              <a:rPr lang="en-US">
                <a:latin typeface="Lato"/>
                <a:ea typeface="Lato"/>
                <a:cs typeface="Lato"/>
                <a:sym typeface="Lato"/>
              </a:rPr>
              <a:t> - Every interaction is independent. You send a message, the model responds, and that’s it. There is no memory of what came before (except the chat history) and no awareness of what might come next. Each prompt is processed in complete isolation.​</a:t>
            </a:r>
            <a:endParaRPr/>
          </a:p>
          <a:p>
            <a:pPr indent="-285750" lvl="0" marL="285750" rtl="0" algn="l">
              <a:lnSpc>
                <a:spcPct val="120000"/>
              </a:lnSpc>
              <a:spcBef>
                <a:spcPts val="1000"/>
              </a:spcBef>
              <a:spcAft>
                <a:spcPts val="0"/>
              </a:spcAft>
              <a:buSzPts val="1600"/>
              <a:buFont typeface="Arial"/>
              <a:buChar char="•"/>
            </a:pPr>
            <a:r>
              <a:rPr b="1" lang="en-US">
                <a:latin typeface="Lato"/>
                <a:ea typeface="Lato"/>
                <a:cs typeface="Lato"/>
                <a:sym typeface="Lato"/>
              </a:rPr>
              <a:t>No memory</a:t>
            </a:r>
            <a:r>
              <a:rPr lang="en-US">
                <a:latin typeface="Lato"/>
                <a:ea typeface="Lato"/>
                <a:cs typeface="Lato"/>
                <a:sym typeface="Lato"/>
              </a:rPr>
              <a:t> — The model has no recollection of previous conversations. If you told it your name five minutes ago in a different session, it doesn’t know. State must be re-supplied by the user every time.​</a:t>
            </a:r>
            <a:endParaRPr/>
          </a:p>
          <a:p>
            <a:pPr indent="-285750" lvl="0" marL="285750" rtl="0" algn="l">
              <a:lnSpc>
                <a:spcPct val="120000"/>
              </a:lnSpc>
              <a:spcBef>
                <a:spcPts val="1000"/>
              </a:spcBef>
              <a:spcAft>
                <a:spcPts val="0"/>
              </a:spcAft>
              <a:buSzPts val="1600"/>
              <a:buFont typeface="Arial"/>
              <a:buChar char="•"/>
            </a:pPr>
            <a:r>
              <a:rPr b="1" lang="en-US">
                <a:latin typeface="Lato"/>
                <a:ea typeface="Lato"/>
                <a:cs typeface="Lato"/>
                <a:sym typeface="Lato"/>
              </a:rPr>
              <a:t>No tools</a:t>
            </a:r>
            <a:r>
              <a:rPr lang="en-US">
                <a:latin typeface="Lato"/>
                <a:ea typeface="Lato"/>
                <a:cs typeface="Lato"/>
                <a:sym typeface="Lato"/>
              </a:rPr>
              <a:t> — The model can only produce text. It cannot browse the web, run code, read a file, or call an external service. Everything it says comes purely from what was learned during training.​</a:t>
            </a:r>
            <a:endParaRPr/>
          </a:p>
          <a:p>
            <a:pPr indent="-285750" lvl="0" marL="285750" rtl="0" algn="l">
              <a:lnSpc>
                <a:spcPct val="120000"/>
              </a:lnSpc>
              <a:spcBef>
                <a:spcPts val="1000"/>
              </a:spcBef>
              <a:spcAft>
                <a:spcPts val="0"/>
              </a:spcAft>
              <a:buSzPts val="1600"/>
              <a:buFont typeface="Arial"/>
              <a:buChar char="•"/>
            </a:pPr>
            <a:r>
              <a:rPr b="1" lang="en-US">
                <a:latin typeface="Lato"/>
                <a:ea typeface="Lato"/>
                <a:cs typeface="Lato"/>
                <a:sym typeface="Lato"/>
              </a:rPr>
              <a:t>No planning</a:t>
            </a:r>
            <a:r>
              <a:rPr lang="en-US">
                <a:latin typeface="Lato"/>
                <a:ea typeface="Lato"/>
                <a:cs typeface="Lato"/>
                <a:sym typeface="Lato"/>
              </a:rPr>
              <a:t> — It cannot break a complex goal into steps and execute them sequentially. If you ask it to “refactor my codebase and run the tests,” it can describe how to do it, but it cannot actually do it.​</a:t>
            </a:r>
            <a:endParaRPr/>
          </a:p>
          <a:p>
            <a:pPr indent="-285750" lvl="0" marL="285750" rtl="0" algn="l">
              <a:lnSpc>
                <a:spcPct val="120000"/>
              </a:lnSpc>
              <a:spcBef>
                <a:spcPts val="1000"/>
              </a:spcBef>
              <a:spcAft>
                <a:spcPts val="0"/>
              </a:spcAft>
              <a:buSzPts val="1600"/>
              <a:buFont typeface="Arial"/>
              <a:buChar char="•"/>
            </a:pPr>
            <a:r>
              <a:rPr b="1" lang="en-US"/>
              <a:t>Fast &amp; simple</a:t>
            </a:r>
            <a:r>
              <a:rPr lang="en-US"/>
              <a:t> — Precisely because it does less, it is extremely fast and predictable. Ideal for drafting, summarizing, answering questions, or brainstorming where a single high-quality response is all you need.​</a:t>
            </a:r>
            <a:endParaRPr/>
          </a:p>
          <a:p>
            <a:pPr indent="-184150" lvl="0" marL="285750" rtl="0" algn="l">
              <a:lnSpc>
                <a:spcPct val="120000"/>
              </a:lnSpc>
              <a:spcBef>
                <a:spcPts val="1000"/>
              </a:spcBef>
              <a:spcAft>
                <a:spcPts val="0"/>
              </a:spcAft>
              <a:buSzPts val="1600"/>
              <a:buFont typeface="Arial"/>
              <a:buNone/>
            </a:pPr>
            <a:r>
              <a:t/>
            </a:r>
            <a:endParaRPr/>
          </a:p>
        </p:txBody>
      </p:sp>
      <p:sp>
        <p:nvSpPr>
          <p:cNvPr id="759" name="Google Shape;759;p28"/>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29"/>
          <p:cNvSpPr txBox="1"/>
          <p:nvPr>
            <p:ph idx="1" type="body"/>
          </p:nvPr>
        </p:nvSpPr>
        <p:spPr>
          <a:xfrm>
            <a:off x="800100" y="1110216"/>
            <a:ext cx="10553700" cy="398482"/>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2000"/>
              <a:buFont typeface="Lato"/>
              <a:buNone/>
            </a:pPr>
            <a:r>
              <a:rPr lang="en-US">
                <a:latin typeface="Lato"/>
                <a:ea typeface="Lato"/>
                <a:cs typeface="Lato"/>
                <a:sym typeface="Lato"/>
              </a:rPr>
              <a:t>Codex · Claude Code · Copilot · Gemini CLI· OpenCode</a:t>
            </a:r>
            <a:endParaRPr/>
          </a:p>
        </p:txBody>
      </p:sp>
      <p:sp>
        <p:nvSpPr>
          <p:cNvPr id="765" name="Google Shape;765;p29"/>
          <p:cNvSpPr txBox="1"/>
          <p:nvPr>
            <p:ph type="title"/>
          </p:nvPr>
        </p:nvSpPr>
        <p:spPr>
          <a:xfrm>
            <a:off x="800100" y="266701"/>
            <a:ext cx="10553700" cy="632152"/>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COMPLEX CHAT AGENTS​</a:t>
            </a:r>
            <a:endParaRPr/>
          </a:p>
        </p:txBody>
      </p:sp>
      <p:sp>
        <p:nvSpPr>
          <p:cNvPr id="766" name="Google Shape;766;p29"/>
          <p:cNvSpPr txBox="1"/>
          <p:nvPr>
            <p:ph idx="2" type="body"/>
          </p:nvPr>
        </p:nvSpPr>
        <p:spPr>
          <a:xfrm>
            <a:off x="800100" y="1605068"/>
            <a:ext cx="10553700" cy="4452832"/>
          </a:xfrm>
          <a:prstGeom prst="rect">
            <a:avLst/>
          </a:prstGeom>
          <a:noFill/>
          <a:ln>
            <a:noFill/>
          </a:ln>
        </p:spPr>
        <p:txBody>
          <a:bodyPr anchorCtr="0" anchor="t" bIns="45700" lIns="0" spcFirstLastPara="1" rIns="91425" wrap="square" tIns="45700">
            <a:noAutofit/>
          </a:bodyPr>
          <a:lstStyle/>
          <a:p>
            <a:pPr indent="-285750" lvl="0" marL="285750" rtl="0" algn="l">
              <a:lnSpc>
                <a:spcPct val="120000"/>
              </a:lnSpc>
              <a:spcBef>
                <a:spcPts val="0"/>
              </a:spcBef>
              <a:spcAft>
                <a:spcPts val="0"/>
              </a:spcAft>
              <a:buSzPts val="1600"/>
              <a:buFont typeface="Arial"/>
              <a:buChar char="•"/>
            </a:pPr>
            <a:r>
              <a:rPr b="1" lang="en-US"/>
              <a:t>Multi-turn loops</a:t>
            </a:r>
            <a:r>
              <a:rPr lang="en-US"/>
              <a:t> — The agent does not stop after one response. It pursues a goal across many steps, checking its own progress, correcting mistakes, and continuing until the task is complete or it determines it cannot proceed further.​</a:t>
            </a:r>
            <a:endParaRPr/>
          </a:p>
          <a:p>
            <a:pPr indent="-285750" lvl="0" marL="285750" rtl="0" algn="l">
              <a:lnSpc>
                <a:spcPct val="120000"/>
              </a:lnSpc>
              <a:spcBef>
                <a:spcPts val="1000"/>
              </a:spcBef>
              <a:spcAft>
                <a:spcPts val="0"/>
              </a:spcAft>
              <a:buSzPts val="1600"/>
              <a:buFont typeface="Arial"/>
              <a:buChar char="•"/>
            </a:pPr>
            <a:r>
              <a:rPr b="1" lang="en-US"/>
              <a:t>Persistent context</a:t>
            </a:r>
            <a:r>
              <a:rPr lang="en-US"/>
              <a:t> — The full history of the agent’s actions — what it tried, what the result was, what it decided next — is carried forward through the entire session. Nothing is lost between steps.​</a:t>
            </a:r>
            <a:endParaRPr/>
          </a:p>
          <a:p>
            <a:pPr indent="-285750" lvl="0" marL="285750" rtl="0" algn="l">
              <a:lnSpc>
                <a:spcPct val="120000"/>
              </a:lnSpc>
              <a:spcBef>
                <a:spcPts val="1000"/>
              </a:spcBef>
              <a:spcAft>
                <a:spcPts val="0"/>
              </a:spcAft>
              <a:buSzPts val="1600"/>
              <a:buFont typeface="Arial"/>
              <a:buChar char="•"/>
            </a:pPr>
            <a:r>
              <a:rPr b="1" lang="en-US"/>
              <a:t>Tool use </a:t>
            </a:r>
            <a:r>
              <a:rPr lang="en-US"/>
              <a:t>— The agent can invoke real capabilities: read and write files, execute shell commands, query databases, call REST APIs, search the web. It interacts with the actual environment, not just text.​</a:t>
            </a:r>
            <a:endParaRPr/>
          </a:p>
          <a:p>
            <a:pPr indent="-285750" lvl="0" marL="285750" rtl="0" algn="l">
              <a:lnSpc>
                <a:spcPct val="120000"/>
              </a:lnSpc>
              <a:spcBef>
                <a:spcPts val="1000"/>
              </a:spcBef>
              <a:spcAft>
                <a:spcPts val="0"/>
              </a:spcAft>
              <a:buSzPts val="1600"/>
              <a:buFont typeface="Arial"/>
              <a:buChar char="•"/>
            </a:pPr>
            <a:r>
              <a:rPr b="1" lang="en-US"/>
              <a:t>Goal decomposition</a:t>
            </a:r>
            <a:r>
              <a:rPr lang="en-US"/>
              <a:t> — Given a high-level objective, the agent breaks it into concrete subtasks, figures out the right order to tackle them, delegates where appropriate, and adapts its plan when something unexpected happens.​</a:t>
            </a:r>
            <a:endParaRPr/>
          </a:p>
          <a:p>
            <a:pPr indent="-285750" lvl="0" marL="285750" rtl="0" algn="l">
              <a:lnSpc>
                <a:spcPct val="120000"/>
              </a:lnSpc>
              <a:spcBef>
                <a:spcPts val="1000"/>
              </a:spcBef>
              <a:spcAft>
                <a:spcPts val="0"/>
              </a:spcAft>
              <a:buSzPts val="1600"/>
              <a:buFont typeface="Arial"/>
              <a:buChar char="•"/>
            </a:pPr>
            <a:r>
              <a:rPr b="1" lang="en-US"/>
              <a:t>Autonomous</a:t>
            </a:r>
            <a:r>
              <a:rPr lang="en-US"/>
              <a:t> — Once given a goal, it can operate for extended periods without human intervention. It makes decisions, handles errors, and only surfaces to the user when genuinely blocked or when it needs confirmation on something consequential.​​​​​​​​​​​​​​​​​</a:t>
            </a:r>
            <a:endParaRPr/>
          </a:p>
          <a:p>
            <a:pPr indent="-184150" lvl="0" marL="285750" rtl="0" algn="l">
              <a:lnSpc>
                <a:spcPct val="120000"/>
              </a:lnSpc>
              <a:spcBef>
                <a:spcPts val="1000"/>
              </a:spcBef>
              <a:spcAft>
                <a:spcPts val="0"/>
              </a:spcAft>
              <a:buSzPts val="1600"/>
              <a:buFont typeface="Arial"/>
              <a:buNone/>
            </a:pPr>
            <a:r>
              <a:t/>
            </a:r>
            <a:endParaRPr/>
          </a:p>
        </p:txBody>
      </p:sp>
      <p:sp>
        <p:nvSpPr>
          <p:cNvPr id="767" name="Google Shape;767;p29"/>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30"/>
          <p:cNvSpPr txBox="1"/>
          <p:nvPr>
            <p:ph idx="1" type="body"/>
          </p:nvPr>
        </p:nvSpPr>
        <p:spPr>
          <a:xfrm>
            <a:off x="800100" y="1110216"/>
            <a:ext cx="10553700" cy="398482"/>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2000"/>
              <a:buFont typeface="Lato"/>
              <a:buNone/>
            </a:pPr>
            <a:r>
              <a:rPr lang="en-US"/>
              <a:t>(Reasoning + Acting — Yao et al. 2022)</a:t>
            </a:r>
            <a:endParaRPr/>
          </a:p>
        </p:txBody>
      </p:sp>
      <p:sp>
        <p:nvSpPr>
          <p:cNvPr id="773" name="Google Shape;773;p30"/>
          <p:cNvSpPr txBox="1"/>
          <p:nvPr>
            <p:ph type="title"/>
          </p:nvPr>
        </p:nvSpPr>
        <p:spPr>
          <a:xfrm>
            <a:off x="800100" y="266701"/>
            <a:ext cx="10553700" cy="632152"/>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The Loop​</a:t>
            </a:r>
            <a:endParaRPr/>
          </a:p>
        </p:txBody>
      </p:sp>
      <p:sp>
        <p:nvSpPr>
          <p:cNvPr id="774" name="Google Shape;774;p30"/>
          <p:cNvSpPr txBox="1"/>
          <p:nvPr>
            <p:ph idx="2" type="body"/>
          </p:nvPr>
        </p:nvSpPr>
        <p:spPr>
          <a:xfrm>
            <a:off x="800100" y="1605068"/>
            <a:ext cx="5884718" cy="4452832"/>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1600"/>
              <a:buFont typeface="Lato"/>
              <a:buNone/>
            </a:pPr>
            <a:r>
              <a:rPr lang="en-US"/>
              <a:t>The agent never jumps straight to an answer. It cycles through three explicit steps, visible and readable, until the goal is reached:​</a:t>
            </a:r>
            <a:endParaRPr/>
          </a:p>
          <a:p>
            <a:pPr indent="0" lvl="0" marL="0" rtl="0" algn="l">
              <a:lnSpc>
                <a:spcPct val="120000"/>
              </a:lnSpc>
              <a:spcBef>
                <a:spcPts val="1000"/>
              </a:spcBef>
              <a:spcAft>
                <a:spcPts val="0"/>
              </a:spcAft>
              <a:buSzPts val="1600"/>
              <a:buFont typeface="Lato"/>
              <a:buNone/>
            </a:pPr>
            <a:r>
              <a:rPr b="1" lang="en-US"/>
              <a:t>Thought</a:t>
            </a:r>
            <a:r>
              <a:rPr lang="en-US"/>
              <a:t> → the agent writes its reasoning out loud — what it knows, what it needs, what it plans to do next​</a:t>
            </a:r>
            <a:endParaRPr/>
          </a:p>
          <a:p>
            <a:pPr indent="0" lvl="0" marL="0" rtl="0" algn="l">
              <a:lnSpc>
                <a:spcPct val="120000"/>
              </a:lnSpc>
              <a:spcBef>
                <a:spcPts val="1000"/>
              </a:spcBef>
              <a:spcAft>
                <a:spcPts val="0"/>
              </a:spcAft>
              <a:buSzPts val="1600"/>
              <a:buFont typeface="Lato"/>
              <a:buNone/>
            </a:pPr>
            <a:r>
              <a:rPr b="1" lang="en-US"/>
              <a:t>Action</a:t>
            </a:r>
            <a:r>
              <a:rPr lang="en-US"/>
              <a:t> → it calls a tool — search, read file, run code, call API​</a:t>
            </a:r>
            <a:endParaRPr/>
          </a:p>
          <a:p>
            <a:pPr indent="0" lvl="0" marL="0" rtl="0" algn="l">
              <a:lnSpc>
                <a:spcPct val="120000"/>
              </a:lnSpc>
              <a:spcBef>
                <a:spcPts val="1000"/>
              </a:spcBef>
              <a:spcAft>
                <a:spcPts val="0"/>
              </a:spcAft>
              <a:buSzPts val="1600"/>
              <a:buFont typeface="Lato"/>
              <a:buNone/>
            </a:pPr>
            <a:r>
              <a:rPr b="1" lang="en-US"/>
              <a:t>Observation</a:t>
            </a:r>
            <a:r>
              <a:rPr lang="en-US"/>
              <a:t> → the result comes back from the real world and is recorded↺ repeat until done</a:t>
            </a:r>
            <a:endParaRPr/>
          </a:p>
          <a:p>
            <a:pPr indent="0" lvl="0" marL="0" rtl="0" algn="l">
              <a:lnSpc>
                <a:spcPct val="120000"/>
              </a:lnSpc>
              <a:spcBef>
                <a:spcPts val="1000"/>
              </a:spcBef>
              <a:spcAft>
                <a:spcPts val="0"/>
              </a:spcAft>
              <a:buSzPts val="1600"/>
              <a:buFont typeface="Lato"/>
              <a:buNone/>
            </a:pPr>
            <a:r>
              <a:t/>
            </a:r>
            <a:endParaRPr/>
          </a:p>
        </p:txBody>
      </p:sp>
      <p:sp>
        <p:nvSpPr>
          <p:cNvPr id="775" name="Google Shape;775;p30"/>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pic>
        <p:nvPicPr>
          <p:cNvPr id="776" name="Google Shape;776;p30"/>
          <p:cNvPicPr preferRelativeResize="0"/>
          <p:nvPr/>
        </p:nvPicPr>
        <p:blipFill rotWithShape="1">
          <a:blip r:embed="rId3">
            <a:alphaModFix/>
          </a:blip>
          <a:srcRect b="0" l="0" r="0" t="0"/>
          <a:stretch/>
        </p:blipFill>
        <p:spPr>
          <a:xfrm>
            <a:off x="6734921" y="1185021"/>
            <a:ext cx="4656979" cy="4562763"/>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31"/>
          <p:cNvSpPr txBox="1"/>
          <p:nvPr>
            <p:ph type="title"/>
          </p:nvPr>
        </p:nvSpPr>
        <p:spPr>
          <a:xfrm>
            <a:off x="800100" y="266701"/>
            <a:ext cx="10553700" cy="632152"/>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THE SCRATCHPAD​</a:t>
            </a:r>
            <a:endParaRPr/>
          </a:p>
        </p:txBody>
      </p:sp>
      <p:sp>
        <p:nvSpPr>
          <p:cNvPr id="782" name="Google Shape;782;p31"/>
          <p:cNvSpPr txBox="1"/>
          <p:nvPr>
            <p:ph idx="2" type="body"/>
          </p:nvPr>
        </p:nvSpPr>
        <p:spPr>
          <a:xfrm>
            <a:off x="800100" y="1001953"/>
            <a:ext cx="5992531" cy="5346966"/>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1400"/>
              <a:buFont typeface="Lato"/>
              <a:buNone/>
            </a:pPr>
            <a:r>
              <a:rPr b="1" lang="en-US" sz="1400">
                <a:latin typeface="Lato"/>
                <a:ea typeface="Lato"/>
                <a:cs typeface="Lato"/>
                <a:sym typeface="Lato"/>
              </a:rPr>
              <a:t>Why it matters</a:t>
            </a:r>
            <a:r>
              <a:rPr lang="en-US" sz="1400">
                <a:latin typeface="Lato"/>
                <a:ea typeface="Lato"/>
                <a:cs typeface="Lato"/>
                <a:sym typeface="Lato"/>
              </a:rPr>
              <a:t>​</a:t>
            </a:r>
            <a:br>
              <a:rPr lang="en-US" sz="1400"/>
            </a:br>
            <a:r>
              <a:rPr lang="en-US" sz="1400">
                <a:latin typeface="Lato"/>
                <a:ea typeface="Lato"/>
                <a:cs typeface="Lato"/>
                <a:sym typeface="Lato"/>
              </a:rPr>
              <a:t>Every single Thought, Action, and Observation is written into the context window in order. This running transcript is called the scratchpad. It is not a side note — it is the agent’s working memory.​</a:t>
            </a:r>
            <a:endParaRPr/>
          </a:p>
          <a:p>
            <a:pPr indent="0" lvl="0" marL="0" rtl="0" algn="l">
              <a:lnSpc>
                <a:spcPct val="120000"/>
              </a:lnSpc>
              <a:spcBef>
                <a:spcPts val="1000"/>
              </a:spcBef>
              <a:spcAft>
                <a:spcPts val="0"/>
              </a:spcAft>
              <a:buSzPts val="1400"/>
              <a:buFont typeface="Lato"/>
              <a:buNone/>
            </a:pPr>
            <a:r>
              <a:rPr b="1" lang="en-US" sz="1400">
                <a:latin typeface="Lato"/>
                <a:ea typeface="Lato"/>
                <a:cs typeface="Lato"/>
                <a:sym typeface="Lato"/>
              </a:rPr>
              <a:t>A real scratchpad looks like this:</a:t>
            </a:r>
            <a:r>
              <a:rPr lang="en-US" sz="1400">
                <a:latin typeface="Lato"/>
                <a:ea typeface="Lato"/>
                <a:cs typeface="Lato"/>
                <a:sym typeface="Lato"/>
              </a:rPr>
              <a:t>​</a:t>
            </a:r>
            <a:br>
              <a:rPr lang="en-US" sz="1400"/>
            </a:br>
            <a:r>
              <a:rPr lang="en-US" sz="1400">
                <a:latin typeface="Lato"/>
                <a:ea typeface="Lato"/>
                <a:cs typeface="Lato"/>
                <a:sym typeface="Lato"/>
              </a:rPr>
              <a:t>Thought: I need to find the bug in the test. Let me read the filefirst.​</a:t>
            </a:r>
            <a:endParaRPr/>
          </a:p>
          <a:p>
            <a:pPr indent="0" lvl="0" marL="0" rtl="0" algn="l">
              <a:lnSpc>
                <a:spcPct val="120000"/>
              </a:lnSpc>
              <a:spcBef>
                <a:spcPts val="1000"/>
              </a:spcBef>
              <a:spcAft>
                <a:spcPts val="0"/>
              </a:spcAft>
              <a:buSzPts val="1400"/>
              <a:buFont typeface="Lato"/>
              <a:buNone/>
            </a:pPr>
            <a:r>
              <a:rPr b="1" lang="en-US" sz="1400">
                <a:latin typeface="Lato"/>
                <a:ea typeface="Lato"/>
                <a:cs typeface="Lato"/>
                <a:sym typeface="Lato"/>
              </a:rPr>
              <a:t>Action</a:t>
            </a:r>
            <a:r>
              <a:rPr lang="en-US" sz="1400">
                <a:latin typeface="Lato"/>
                <a:ea typeface="Lato"/>
                <a:cs typeface="Lato"/>
                <a:sym typeface="Lato"/>
              </a:rPr>
              <a:t>: read_file(“test_runner.py”)​</a:t>
            </a:r>
            <a:endParaRPr/>
          </a:p>
          <a:p>
            <a:pPr indent="0" lvl="0" marL="0" rtl="0" algn="l">
              <a:lnSpc>
                <a:spcPct val="120000"/>
              </a:lnSpc>
              <a:spcBef>
                <a:spcPts val="1000"/>
              </a:spcBef>
              <a:spcAft>
                <a:spcPts val="0"/>
              </a:spcAft>
              <a:buSzPts val="1400"/>
              <a:buFont typeface="Lato"/>
              <a:buNone/>
            </a:pPr>
            <a:r>
              <a:rPr b="1" lang="en-US" sz="1400">
                <a:latin typeface="Lato"/>
                <a:ea typeface="Lato"/>
                <a:cs typeface="Lato"/>
                <a:sym typeface="Lato"/>
              </a:rPr>
              <a:t>Observation</a:t>
            </a:r>
            <a:r>
              <a:rPr lang="en-US" sz="1400">
                <a:latin typeface="Lato"/>
                <a:ea typeface="Lato"/>
                <a:cs typeface="Lato"/>
                <a:sym typeface="Lato"/>
              </a:rPr>
              <a:t>: Line 42 — Index Error: list index out of range​</a:t>
            </a:r>
            <a:endParaRPr/>
          </a:p>
          <a:p>
            <a:pPr indent="0" lvl="0" marL="0" rtl="0" algn="l">
              <a:lnSpc>
                <a:spcPct val="120000"/>
              </a:lnSpc>
              <a:spcBef>
                <a:spcPts val="1000"/>
              </a:spcBef>
              <a:spcAft>
                <a:spcPts val="0"/>
              </a:spcAft>
              <a:buSzPts val="1400"/>
              <a:buFont typeface="Lato"/>
              <a:buNone/>
            </a:pPr>
            <a:r>
              <a:rPr b="1" lang="en-US" sz="1400">
                <a:latin typeface="Lato"/>
                <a:ea typeface="Lato"/>
                <a:cs typeface="Lato"/>
                <a:sym typeface="Lato"/>
              </a:rPr>
              <a:t>Thought</a:t>
            </a:r>
            <a:r>
              <a:rPr lang="en-US" sz="1400">
                <a:latin typeface="Lato"/>
                <a:ea typeface="Lato"/>
                <a:cs typeface="Lato"/>
                <a:sym typeface="Lato"/>
              </a:rPr>
              <a:t>: The error is on line 42. The list is probably empty when the function is called. Let me check where it is initialized.​</a:t>
            </a:r>
            <a:endParaRPr/>
          </a:p>
          <a:p>
            <a:pPr indent="0" lvl="0" marL="0" rtl="0" algn="l">
              <a:lnSpc>
                <a:spcPct val="120000"/>
              </a:lnSpc>
              <a:spcBef>
                <a:spcPts val="1000"/>
              </a:spcBef>
              <a:spcAft>
                <a:spcPts val="0"/>
              </a:spcAft>
              <a:buSzPts val="1400"/>
              <a:buFont typeface="Lato"/>
              <a:buNone/>
            </a:pPr>
            <a:r>
              <a:rPr b="1" lang="en-US" sz="1400">
                <a:latin typeface="Lato"/>
                <a:ea typeface="Lato"/>
                <a:cs typeface="Lato"/>
                <a:sym typeface="Lato"/>
              </a:rPr>
              <a:t>Action</a:t>
            </a:r>
            <a:r>
              <a:rPr lang="en-US" sz="1400">
                <a:latin typeface="Lato"/>
                <a:ea typeface="Lato"/>
                <a:cs typeface="Lato"/>
                <a:sym typeface="Lato"/>
              </a:rPr>
              <a:t>: search_in_file(“test_runner.py”, “results = “)​</a:t>
            </a:r>
            <a:endParaRPr/>
          </a:p>
          <a:p>
            <a:pPr indent="0" lvl="0" marL="0" rtl="0" algn="l">
              <a:lnSpc>
                <a:spcPct val="120000"/>
              </a:lnSpc>
              <a:spcBef>
                <a:spcPts val="1000"/>
              </a:spcBef>
              <a:spcAft>
                <a:spcPts val="0"/>
              </a:spcAft>
              <a:buSzPts val="1400"/>
              <a:buFont typeface="Lato"/>
              <a:buNone/>
            </a:pPr>
            <a:r>
              <a:rPr b="1" lang="en-US" sz="1400"/>
              <a:t>Observation</a:t>
            </a:r>
            <a:r>
              <a:rPr lang="en-US" sz="1400"/>
              <a:t>: Line 12 — results = [] — never populated before being passed​</a:t>
            </a:r>
            <a:endParaRPr/>
          </a:p>
          <a:p>
            <a:pPr indent="0" lvl="0" marL="0" rtl="0" algn="l">
              <a:lnSpc>
                <a:spcPct val="120000"/>
              </a:lnSpc>
              <a:spcBef>
                <a:spcPts val="1000"/>
              </a:spcBef>
              <a:spcAft>
                <a:spcPts val="0"/>
              </a:spcAft>
              <a:buSzPts val="1400"/>
              <a:buFont typeface="Lato"/>
              <a:buNone/>
            </a:pPr>
            <a:r>
              <a:rPr b="1" lang="en-US" sz="1400"/>
              <a:t>Thought</a:t>
            </a:r>
            <a:r>
              <a:rPr lang="en-US" sz="1400"/>
              <a:t>: Found it. The list is initialized empty and passed directly. I need to populate it first.​</a:t>
            </a:r>
            <a:endParaRPr/>
          </a:p>
          <a:p>
            <a:pPr indent="0" lvl="0" marL="0" rtl="0" algn="l">
              <a:lnSpc>
                <a:spcPct val="120000"/>
              </a:lnSpc>
              <a:spcBef>
                <a:spcPts val="1000"/>
              </a:spcBef>
              <a:spcAft>
                <a:spcPts val="0"/>
              </a:spcAft>
              <a:buSzPts val="1400"/>
              <a:buFont typeface="Lato"/>
              <a:buNone/>
            </a:pPr>
            <a:r>
              <a:rPr b="1" lang="en-US" sz="1400">
                <a:latin typeface="Lato"/>
                <a:ea typeface="Lato"/>
                <a:cs typeface="Lato"/>
                <a:sym typeface="Lato"/>
              </a:rPr>
              <a:t>Action</a:t>
            </a:r>
            <a:r>
              <a:rPr lang="en-US" sz="1400">
                <a:latin typeface="Lato"/>
                <a:ea typeface="Lato"/>
                <a:cs typeface="Lato"/>
                <a:sym typeface="Lato"/>
              </a:rPr>
              <a:t>: edit_file(…)​</a:t>
            </a:r>
            <a:endParaRPr/>
          </a:p>
          <a:p>
            <a:pPr indent="0" lvl="0" marL="0" rtl="0" algn="l">
              <a:lnSpc>
                <a:spcPct val="120000"/>
              </a:lnSpc>
              <a:spcBef>
                <a:spcPts val="1000"/>
              </a:spcBef>
              <a:spcAft>
                <a:spcPts val="0"/>
              </a:spcAft>
              <a:buSzPts val="1400"/>
              <a:buFont typeface="Lato"/>
              <a:buNone/>
            </a:pPr>
            <a:r>
              <a:rPr lang="en-US" sz="1400"/>
              <a:t>…​</a:t>
            </a:r>
            <a:endParaRPr/>
          </a:p>
        </p:txBody>
      </p:sp>
      <p:sp>
        <p:nvSpPr>
          <p:cNvPr id="783" name="Google Shape;783;p31"/>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pic>
        <p:nvPicPr>
          <p:cNvPr id="784" name="Google Shape;784;p31"/>
          <p:cNvPicPr preferRelativeResize="0"/>
          <p:nvPr/>
        </p:nvPicPr>
        <p:blipFill rotWithShape="1">
          <a:blip r:embed="rId3">
            <a:alphaModFix/>
          </a:blip>
          <a:srcRect b="0" l="0" r="0" t="0"/>
          <a:stretch/>
        </p:blipFill>
        <p:spPr>
          <a:xfrm>
            <a:off x="6754531" y="1121922"/>
            <a:ext cx="4599269" cy="450127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32"/>
          <p:cNvSpPr txBox="1"/>
          <p:nvPr>
            <p:ph type="title"/>
          </p:nvPr>
        </p:nvSpPr>
        <p:spPr>
          <a:xfrm>
            <a:off x="800100" y="266701"/>
            <a:ext cx="10553700" cy="632152"/>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THE KEY INSIGHT​</a:t>
            </a:r>
            <a:endParaRPr/>
          </a:p>
        </p:txBody>
      </p:sp>
      <p:sp>
        <p:nvSpPr>
          <p:cNvPr id="790" name="Google Shape;790;p32"/>
          <p:cNvSpPr txBox="1"/>
          <p:nvPr>
            <p:ph idx="2" type="body"/>
          </p:nvPr>
        </p:nvSpPr>
        <p:spPr>
          <a:xfrm>
            <a:off x="800100" y="1011677"/>
            <a:ext cx="10553700" cy="5046223"/>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1600"/>
              <a:buFont typeface="Lato"/>
              <a:buNone/>
            </a:pPr>
            <a:r>
              <a:rPr lang="en-US"/>
              <a:t>Context is the agent’s only memory​</a:t>
            </a:r>
            <a:endParaRPr/>
          </a:p>
          <a:p>
            <a:pPr indent="0" lvl="0" marL="0" rtl="0" algn="l">
              <a:lnSpc>
                <a:spcPct val="120000"/>
              </a:lnSpc>
              <a:spcBef>
                <a:spcPts val="1000"/>
              </a:spcBef>
              <a:spcAft>
                <a:spcPts val="0"/>
              </a:spcAft>
              <a:buSzPts val="1600"/>
              <a:buFont typeface="Lato"/>
              <a:buNone/>
            </a:pPr>
            <a:r>
              <a:rPr lang="en-US"/>
              <a:t>​</a:t>
            </a:r>
            <a:endParaRPr/>
          </a:p>
          <a:p>
            <a:pPr indent="0" lvl="0" marL="0" rtl="0" algn="l">
              <a:lnSpc>
                <a:spcPct val="120000"/>
              </a:lnSpc>
              <a:spcBef>
                <a:spcPts val="1000"/>
              </a:spcBef>
              <a:spcAft>
                <a:spcPts val="0"/>
              </a:spcAft>
              <a:buSzPts val="1600"/>
              <a:buFont typeface="Lato"/>
              <a:buNone/>
            </a:pPr>
            <a:r>
              <a:rPr lang="en-US"/>
              <a:t>The scratchpad grows with every loop iteration. By step 10, the context window already contains:​</a:t>
            </a:r>
            <a:endParaRPr/>
          </a:p>
          <a:p>
            <a:pPr indent="-285750" lvl="0" marL="285750" rtl="0" algn="l">
              <a:lnSpc>
                <a:spcPct val="120000"/>
              </a:lnSpc>
              <a:spcBef>
                <a:spcPts val="1000"/>
              </a:spcBef>
              <a:spcAft>
                <a:spcPts val="0"/>
              </a:spcAft>
              <a:buSzPts val="1600"/>
              <a:buFont typeface="Arial"/>
              <a:buChar char="•"/>
            </a:pPr>
            <a:r>
              <a:rPr lang="en-US"/>
              <a:t>The original goal​</a:t>
            </a:r>
            <a:endParaRPr/>
          </a:p>
          <a:p>
            <a:pPr indent="-285750" lvl="0" marL="285750" rtl="0" algn="l">
              <a:lnSpc>
                <a:spcPct val="120000"/>
              </a:lnSpc>
              <a:spcBef>
                <a:spcPts val="1000"/>
              </a:spcBef>
              <a:spcAft>
                <a:spcPts val="0"/>
              </a:spcAft>
              <a:buSzPts val="1600"/>
              <a:buFont typeface="Arial"/>
              <a:buChar char="•"/>
            </a:pPr>
            <a:r>
              <a:rPr lang="en-US"/>
              <a:t>Every tool call made so far​</a:t>
            </a:r>
            <a:endParaRPr/>
          </a:p>
          <a:p>
            <a:pPr indent="-285750" lvl="0" marL="285750" rtl="0" algn="l">
              <a:lnSpc>
                <a:spcPct val="120000"/>
              </a:lnSpc>
              <a:spcBef>
                <a:spcPts val="1000"/>
              </a:spcBef>
              <a:spcAft>
                <a:spcPts val="0"/>
              </a:spcAft>
              <a:buSzPts val="1600"/>
              <a:buFont typeface="Arial"/>
              <a:buChar char="•"/>
            </a:pPr>
            <a:r>
              <a:rPr lang="en-US"/>
              <a:t>Every result received​</a:t>
            </a:r>
            <a:endParaRPr/>
          </a:p>
          <a:p>
            <a:pPr indent="-285750" lvl="0" marL="285750" rtl="0" algn="l">
              <a:lnSpc>
                <a:spcPct val="120000"/>
              </a:lnSpc>
              <a:spcBef>
                <a:spcPts val="1000"/>
              </a:spcBef>
              <a:spcAft>
                <a:spcPts val="0"/>
              </a:spcAft>
              <a:buSzPts val="1600"/>
              <a:buFont typeface="Arial"/>
              <a:buChar char="•"/>
            </a:pPr>
            <a:r>
              <a:rPr lang="en-US"/>
              <a:t>Every reasoning step taken​</a:t>
            </a:r>
            <a:endParaRPr/>
          </a:p>
          <a:p>
            <a:pPr indent="0" lvl="0" marL="0" rtl="0" algn="l">
              <a:lnSpc>
                <a:spcPct val="120000"/>
              </a:lnSpc>
              <a:spcBef>
                <a:spcPts val="1000"/>
              </a:spcBef>
              <a:spcAft>
                <a:spcPts val="0"/>
              </a:spcAft>
              <a:buSzPts val="1600"/>
              <a:buFont typeface="Lato"/>
              <a:buNone/>
            </a:pPr>
            <a:r>
              <a:rPr lang="en-US"/>
              <a:t>​</a:t>
            </a:r>
            <a:endParaRPr/>
          </a:p>
          <a:p>
            <a:pPr indent="0" lvl="0" marL="0" rtl="0" algn="l">
              <a:lnSpc>
                <a:spcPct val="120000"/>
              </a:lnSpc>
              <a:spcBef>
                <a:spcPts val="1000"/>
              </a:spcBef>
              <a:spcAft>
                <a:spcPts val="0"/>
              </a:spcAft>
              <a:buSzPts val="1600"/>
              <a:buFont typeface="Lato"/>
              <a:buNone/>
            </a:pPr>
            <a:r>
              <a:rPr lang="en-US"/>
              <a:t>This is powerful — the agent can look back, catch its own mistakes, change plan. But it is also the source of a fundamental problem: </a:t>
            </a:r>
            <a:r>
              <a:rPr b="1" lang="en-US"/>
              <a:t>the context window is finite</a:t>
            </a:r>
            <a:r>
              <a:rPr lang="en-US"/>
              <a:t>. ​</a:t>
            </a:r>
            <a:endParaRPr/>
          </a:p>
          <a:p>
            <a:pPr indent="0" lvl="0" marL="0" rtl="0" algn="l">
              <a:lnSpc>
                <a:spcPct val="120000"/>
              </a:lnSpc>
              <a:spcBef>
                <a:spcPts val="1000"/>
              </a:spcBef>
              <a:spcAft>
                <a:spcPts val="0"/>
              </a:spcAft>
              <a:buSzPts val="1600"/>
              <a:buFont typeface="Lato"/>
              <a:buNone/>
            </a:pPr>
            <a:r>
              <a:rPr lang="en-US"/>
              <a:t>​</a:t>
            </a:r>
            <a:endParaRPr/>
          </a:p>
          <a:p>
            <a:pPr indent="0" lvl="0" marL="0" rtl="0" algn="l">
              <a:lnSpc>
                <a:spcPct val="120000"/>
              </a:lnSpc>
              <a:spcBef>
                <a:spcPts val="1000"/>
              </a:spcBef>
              <a:spcAft>
                <a:spcPts val="0"/>
              </a:spcAft>
              <a:buSzPts val="1600"/>
              <a:buFont typeface="Lato"/>
              <a:buNone/>
            </a:pPr>
            <a:r>
              <a:t/>
            </a:r>
            <a:endParaRPr/>
          </a:p>
        </p:txBody>
      </p:sp>
      <p:sp>
        <p:nvSpPr>
          <p:cNvPr id="791" name="Google Shape;791;p32"/>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33"/>
          <p:cNvSpPr txBox="1"/>
          <p:nvPr>
            <p:ph type="title"/>
          </p:nvPr>
        </p:nvSpPr>
        <p:spPr>
          <a:xfrm>
            <a:off x="800100" y="266701"/>
            <a:ext cx="10553700" cy="632152"/>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Contex ROT​</a:t>
            </a:r>
            <a:endParaRPr/>
          </a:p>
        </p:txBody>
      </p:sp>
      <p:sp>
        <p:nvSpPr>
          <p:cNvPr id="797" name="Google Shape;797;p33"/>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sp>
        <p:nvSpPr>
          <p:cNvPr id="798" name="Google Shape;798;p33"/>
          <p:cNvSpPr txBox="1"/>
          <p:nvPr>
            <p:ph idx="2" type="body"/>
          </p:nvPr>
        </p:nvSpPr>
        <p:spPr>
          <a:xfrm>
            <a:off x="6497266" y="1080654"/>
            <a:ext cx="4894634" cy="4452832"/>
          </a:xfrm>
          <a:prstGeom prst="rect">
            <a:avLst/>
          </a:prstGeom>
          <a:noFill/>
          <a:ln>
            <a:noFill/>
          </a:ln>
        </p:spPr>
        <p:txBody>
          <a:bodyPr anchorCtr="0" anchor="t" bIns="45700" lIns="0" spcFirstLastPara="1" rIns="91425" wrap="square" tIns="45700">
            <a:normAutofit/>
          </a:bodyPr>
          <a:lstStyle/>
          <a:p>
            <a:pPr indent="0" lvl="0" marL="0" marR="0" rtl="0" algn="l">
              <a:lnSpc>
                <a:spcPct val="11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Long tasks fill it up. When it gets full, early information starts to fall out — the agent forgets where it started, repeats work, loses track of the goal.</a:t>
            </a:r>
            <a:endParaRPr/>
          </a:p>
          <a:p>
            <a:pPr indent="0" lvl="0" marL="0" marR="0" rtl="0" algn="l">
              <a:lnSpc>
                <a:spcPct val="110000"/>
              </a:lnSpc>
              <a:spcBef>
                <a:spcPts val="40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10000"/>
              </a:lnSpc>
              <a:spcBef>
                <a:spcPts val="40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This is context rot — and it is the reason why modern agents need strategies like summarization, memory tools, and sub-agents to stay coherent over long tasks. </a:t>
            </a:r>
            <a:r>
              <a:rPr b="1" i="0" lang="en-US" sz="1400" u="none" cap="none" strike="noStrike">
                <a:solidFill>
                  <a:schemeClr val="dk1"/>
                </a:solidFill>
                <a:latin typeface="Arial"/>
                <a:ea typeface="Arial"/>
                <a:cs typeface="Arial"/>
                <a:sym typeface="Arial"/>
              </a:rPr>
              <a:t>We will come back to this</a:t>
            </a:r>
            <a:r>
              <a:rPr b="0" i="0" lang="en-US" sz="1400" u="none" cap="none" strike="noStrike">
                <a:solidFill>
                  <a:schemeClr val="dk1"/>
                </a:solidFill>
                <a:latin typeface="Arial"/>
                <a:ea typeface="Arial"/>
                <a:cs typeface="Arial"/>
                <a:sym typeface="Arial"/>
              </a:rPr>
              <a:t>.​​​​​​​​​​​​​​​​</a:t>
            </a:r>
            <a:endParaRPr/>
          </a:p>
        </p:txBody>
      </p:sp>
      <p:pic>
        <p:nvPicPr>
          <p:cNvPr id="799" name="Google Shape;799;p33"/>
          <p:cNvPicPr preferRelativeResize="0"/>
          <p:nvPr/>
        </p:nvPicPr>
        <p:blipFill rotWithShape="1">
          <a:blip r:embed="rId3">
            <a:alphaModFix/>
          </a:blip>
          <a:srcRect b="0" l="0" r="0" t="0"/>
          <a:stretch/>
        </p:blipFill>
        <p:spPr>
          <a:xfrm>
            <a:off x="800100" y="1080654"/>
            <a:ext cx="5295900" cy="518782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34"/>
          <p:cNvSpPr txBox="1"/>
          <p:nvPr>
            <p:ph type="title"/>
          </p:nvPr>
        </p:nvSpPr>
        <p:spPr>
          <a:xfrm>
            <a:off x="800100" y="266701"/>
            <a:ext cx="10553700" cy="632152"/>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200"/>
              <a:buFont typeface="Lato"/>
              <a:buNone/>
            </a:pPr>
            <a:r>
              <a:rPr lang="en-US"/>
              <a:t>Modern Agents​</a:t>
            </a:r>
            <a:endParaRPr/>
          </a:p>
        </p:txBody>
      </p:sp>
      <p:sp>
        <p:nvSpPr>
          <p:cNvPr id="805" name="Google Shape;805;p34"/>
          <p:cNvSpPr txBox="1"/>
          <p:nvPr>
            <p:ph idx="2" type="body"/>
          </p:nvPr>
        </p:nvSpPr>
        <p:spPr>
          <a:xfrm>
            <a:off x="800100" y="1090511"/>
            <a:ext cx="5153228" cy="4452832"/>
          </a:xfrm>
          <a:prstGeom prst="rect">
            <a:avLst/>
          </a:prstGeom>
          <a:noFill/>
          <a:ln>
            <a:noFill/>
          </a:ln>
        </p:spPr>
        <p:txBody>
          <a:bodyPr anchorCtr="0" anchor="t" bIns="45700" lIns="0" spcFirstLastPara="1" rIns="91425" wrap="square" tIns="45700">
            <a:noAutofit/>
          </a:bodyPr>
          <a:lstStyle/>
          <a:p>
            <a:pPr indent="0" lvl="0" marL="0" rtl="0" algn="l">
              <a:lnSpc>
                <a:spcPct val="120000"/>
              </a:lnSpc>
              <a:spcBef>
                <a:spcPts val="0"/>
              </a:spcBef>
              <a:spcAft>
                <a:spcPts val="0"/>
              </a:spcAft>
              <a:buSzPts val="1600"/>
              <a:buFont typeface="Lato"/>
              <a:buNone/>
            </a:pPr>
            <a:r>
              <a:rPr i="1" lang="en-US"/>
              <a:t>A modern agent is a language model running the ReAct loop, connected to the real world through tools, operating autonomously until a goal is complete.</a:t>
            </a:r>
            <a:r>
              <a:rPr lang="en-US"/>
              <a:t>​</a:t>
            </a:r>
            <a:endParaRPr/>
          </a:p>
          <a:p>
            <a:pPr indent="0" lvl="0" marL="0" rtl="0" algn="l">
              <a:lnSpc>
                <a:spcPct val="120000"/>
              </a:lnSpc>
              <a:spcBef>
                <a:spcPts val="1000"/>
              </a:spcBef>
              <a:spcAft>
                <a:spcPts val="0"/>
              </a:spcAft>
              <a:buSzPts val="1600"/>
              <a:buFont typeface="Lato"/>
              <a:buNone/>
            </a:pPr>
            <a:r>
              <a:rPr lang="en-US"/>
              <a:t>​</a:t>
            </a:r>
            <a:endParaRPr/>
          </a:p>
          <a:p>
            <a:pPr indent="0" lvl="0" marL="0" rtl="0" algn="l">
              <a:lnSpc>
                <a:spcPct val="120000"/>
              </a:lnSpc>
              <a:spcBef>
                <a:spcPts val="1000"/>
              </a:spcBef>
              <a:spcAft>
                <a:spcPts val="0"/>
              </a:spcAft>
              <a:buSzPts val="1600"/>
              <a:buFont typeface="Lato"/>
              <a:buNone/>
            </a:pPr>
            <a:r>
              <a:rPr lang="en-US"/>
              <a:t>What stayed the same from ReAct the core loop is identical.​</a:t>
            </a:r>
            <a:endParaRPr/>
          </a:p>
          <a:p>
            <a:pPr indent="0" lvl="0" marL="0" rtl="0" algn="l">
              <a:lnSpc>
                <a:spcPct val="120000"/>
              </a:lnSpc>
              <a:spcBef>
                <a:spcPts val="1000"/>
              </a:spcBef>
              <a:spcAft>
                <a:spcPts val="0"/>
              </a:spcAft>
              <a:buSzPts val="1600"/>
              <a:buFont typeface="Lato"/>
              <a:buNone/>
            </a:pPr>
            <a:r>
              <a:rPr lang="en-US"/>
              <a:t>​</a:t>
            </a:r>
            <a:endParaRPr/>
          </a:p>
          <a:p>
            <a:pPr indent="0" lvl="0" marL="0" rtl="0" algn="l">
              <a:lnSpc>
                <a:spcPct val="120000"/>
              </a:lnSpc>
              <a:spcBef>
                <a:spcPts val="1000"/>
              </a:spcBef>
              <a:spcAft>
                <a:spcPts val="0"/>
              </a:spcAft>
              <a:buSzPts val="1600"/>
              <a:buFont typeface="Lato"/>
              <a:buNone/>
            </a:pPr>
            <a:r>
              <a:rPr b="1" lang="en-US"/>
              <a:t>Thought</a:t>
            </a:r>
            <a:r>
              <a:rPr lang="en-US"/>
              <a:t> → </a:t>
            </a:r>
            <a:r>
              <a:rPr b="1" lang="en-US"/>
              <a:t>Action</a:t>
            </a:r>
            <a:r>
              <a:rPr lang="en-US"/>
              <a:t> → </a:t>
            </a:r>
            <a:r>
              <a:rPr b="1" lang="en-US"/>
              <a:t>Observation</a:t>
            </a:r>
            <a:r>
              <a:rPr lang="en-US"/>
              <a:t> → </a:t>
            </a:r>
            <a:r>
              <a:rPr b="1" lang="en-US"/>
              <a:t>Repeat</a:t>
            </a:r>
            <a:r>
              <a:rPr lang="en-US"/>
              <a:t>. ​</a:t>
            </a:r>
            <a:endParaRPr/>
          </a:p>
          <a:p>
            <a:pPr indent="0" lvl="0" marL="0" rtl="0" algn="l">
              <a:lnSpc>
                <a:spcPct val="120000"/>
              </a:lnSpc>
              <a:spcBef>
                <a:spcPts val="1000"/>
              </a:spcBef>
              <a:spcAft>
                <a:spcPts val="0"/>
              </a:spcAft>
              <a:buSzPts val="1600"/>
              <a:buFont typeface="Lato"/>
              <a:buNone/>
            </a:pPr>
            <a:r>
              <a:rPr lang="en-US"/>
              <a:t>Every modern agent — Codex, Claude Code, Gemini CLI — is still running that same 2022 loop at its heart. Nothing fundamental changed.​</a:t>
            </a:r>
            <a:endParaRPr/>
          </a:p>
          <a:p>
            <a:pPr indent="0" lvl="0" marL="0" rtl="0" algn="l">
              <a:lnSpc>
                <a:spcPct val="120000"/>
              </a:lnSpc>
              <a:spcBef>
                <a:spcPts val="1000"/>
              </a:spcBef>
              <a:spcAft>
                <a:spcPts val="0"/>
              </a:spcAft>
              <a:buSzPts val="1600"/>
              <a:buFont typeface="Lato"/>
              <a:buNone/>
            </a:pPr>
            <a:r>
              <a:t/>
            </a:r>
            <a:endParaRPr/>
          </a:p>
        </p:txBody>
      </p:sp>
      <p:sp>
        <p:nvSpPr>
          <p:cNvPr id="806" name="Google Shape;806;p34"/>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pic>
        <p:nvPicPr>
          <p:cNvPr id="807" name="Google Shape;807;p34"/>
          <p:cNvPicPr preferRelativeResize="0"/>
          <p:nvPr/>
        </p:nvPicPr>
        <p:blipFill rotWithShape="1">
          <a:blip r:embed="rId3">
            <a:alphaModFix/>
          </a:blip>
          <a:srcRect b="0" l="0" r="0" t="0"/>
          <a:stretch/>
        </p:blipFill>
        <p:spPr>
          <a:xfrm>
            <a:off x="5919787" y="1090511"/>
            <a:ext cx="5434013" cy="475851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35"/>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sp>
        <p:nvSpPr>
          <p:cNvPr id="813" name="Google Shape;813;p35"/>
          <p:cNvSpPr txBox="1"/>
          <p:nvPr>
            <p:ph type="title"/>
          </p:nvPr>
        </p:nvSpPr>
        <p:spPr>
          <a:xfrm>
            <a:off x="800100" y="636586"/>
            <a:ext cx="10553700" cy="1074519"/>
          </a:xfrm>
          <a:prstGeom prst="rect">
            <a:avLst/>
          </a:prstGeom>
          <a:noFill/>
          <a:ln>
            <a:noFill/>
          </a:ln>
        </p:spPr>
        <p:txBody>
          <a:bodyPr anchorCtr="0" anchor="b" bIns="45700" lIns="0" spcFirstLastPara="1" rIns="91425" wrap="square" tIns="45700">
            <a:noAutofit/>
          </a:bodyPr>
          <a:lstStyle/>
          <a:p>
            <a:pPr indent="0" lvl="0" marL="0" rtl="0" algn="l">
              <a:lnSpc>
                <a:spcPct val="90000"/>
              </a:lnSpc>
              <a:spcBef>
                <a:spcPts val="0"/>
              </a:spcBef>
              <a:spcAft>
                <a:spcPts val="0"/>
              </a:spcAft>
              <a:buClr>
                <a:srgbClr val="8C1515"/>
              </a:buClr>
              <a:buSzPts val="3600"/>
              <a:buFont typeface="Lato"/>
              <a:buNone/>
            </a:pPr>
            <a:r>
              <a:rPr lang="en-US"/>
              <a:t>Today: The same loop, a different world</a:t>
            </a:r>
            <a:endParaRPr/>
          </a:p>
        </p:txBody>
      </p:sp>
      <p:sp>
        <p:nvSpPr>
          <p:cNvPr id="814" name="Google Shape;814;p35"/>
          <p:cNvSpPr txBox="1"/>
          <p:nvPr>
            <p:ph idx="1" type="body"/>
          </p:nvPr>
        </p:nvSpPr>
        <p:spPr>
          <a:xfrm>
            <a:off x="611029" y="1754459"/>
            <a:ext cx="10809118" cy="4554648"/>
          </a:xfrm>
          <a:prstGeom prst="rect">
            <a:avLst/>
          </a:prstGeom>
          <a:noFill/>
          <a:ln>
            <a:noFill/>
          </a:ln>
        </p:spPr>
        <p:txBody>
          <a:bodyPr anchorCtr="0" anchor="t" bIns="45700" lIns="0" spcFirstLastPara="1" rIns="91425" wrap="square" tIns="45700">
            <a:normAutofit/>
          </a:bodyPr>
          <a:lstStyle/>
          <a:p>
            <a:pPr indent="0" lvl="0" marL="0" rtl="0" algn="l">
              <a:lnSpc>
                <a:spcPct val="120000"/>
              </a:lnSpc>
              <a:spcBef>
                <a:spcPts val="0"/>
              </a:spcBef>
              <a:spcAft>
                <a:spcPts val="0"/>
              </a:spcAft>
              <a:buClr>
                <a:srgbClr val="981E32"/>
              </a:buClr>
              <a:buSzPts val="1400"/>
              <a:buFont typeface="Lato"/>
              <a:buNone/>
            </a:pPr>
            <a:r>
              <a:rPr b="1" lang="en-US" sz="1400"/>
              <a:t>Better models</a:t>
            </a:r>
            <a:r>
              <a:rPr lang="en-US" sz="1400"/>
              <a:t> - The loop is only as good as the reasoning inside it. GPT-3 could follow the Thought/Action/Observation pattern for 3-4 steps before drifting. Modern models hold it reliably for 50, 100, 200 steps without losing the thread.</a:t>
            </a:r>
            <a:endParaRPr/>
          </a:p>
          <a:p>
            <a:pPr indent="0" lvl="0" marL="0" rtl="0" algn="l">
              <a:lnSpc>
                <a:spcPct val="120000"/>
              </a:lnSpc>
              <a:spcBef>
                <a:spcPts val="1000"/>
              </a:spcBef>
              <a:spcAft>
                <a:spcPts val="0"/>
              </a:spcAft>
              <a:buClr>
                <a:srgbClr val="981E32"/>
              </a:buClr>
              <a:buSzPts val="1400"/>
              <a:buFont typeface="Lato"/>
              <a:buNone/>
            </a:pPr>
            <a:r>
              <a:t/>
            </a:r>
            <a:endParaRPr sz="1400"/>
          </a:p>
          <a:p>
            <a:pPr indent="0" lvl="0" marL="0" rtl="0" algn="l">
              <a:lnSpc>
                <a:spcPct val="120000"/>
              </a:lnSpc>
              <a:spcBef>
                <a:spcPts val="1000"/>
              </a:spcBef>
              <a:spcAft>
                <a:spcPts val="0"/>
              </a:spcAft>
              <a:buClr>
                <a:srgbClr val="981E32"/>
              </a:buClr>
              <a:buSzPts val="1400"/>
              <a:buFont typeface="Lato"/>
              <a:buNone/>
            </a:pPr>
            <a:r>
              <a:rPr b="1" lang="en-US" sz="1400"/>
              <a:t>Real tools</a:t>
            </a:r>
            <a:r>
              <a:rPr lang="en-US" sz="1400"/>
              <a:t> - file read/write, code execution, web browsing, API calls, database queries. The agent went from reading about the world to actually touching it.</a:t>
            </a:r>
            <a:endParaRPr/>
          </a:p>
          <a:p>
            <a:pPr indent="0" lvl="0" marL="0" rtl="0" algn="l">
              <a:lnSpc>
                <a:spcPct val="120000"/>
              </a:lnSpc>
              <a:spcBef>
                <a:spcPts val="1000"/>
              </a:spcBef>
              <a:spcAft>
                <a:spcPts val="0"/>
              </a:spcAft>
              <a:buClr>
                <a:srgbClr val="981E32"/>
              </a:buClr>
              <a:buSzPts val="1400"/>
              <a:buFont typeface="Lato"/>
              <a:buNone/>
            </a:pPr>
            <a:r>
              <a:t/>
            </a:r>
            <a:endParaRPr sz="1400"/>
          </a:p>
          <a:p>
            <a:pPr indent="0" lvl="0" marL="0" rtl="0" algn="l">
              <a:lnSpc>
                <a:spcPct val="120000"/>
              </a:lnSpc>
              <a:spcBef>
                <a:spcPts val="1000"/>
              </a:spcBef>
              <a:spcAft>
                <a:spcPts val="0"/>
              </a:spcAft>
              <a:buClr>
                <a:srgbClr val="981E32"/>
              </a:buClr>
              <a:buSzPts val="1400"/>
              <a:buFont typeface="Lato"/>
              <a:buNone/>
            </a:pPr>
            <a:r>
              <a:rPr b="1" lang="en-US" sz="1400"/>
              <a:t>Longer tasks</a:t>
            </a:r>
            <a:r>
              <a:rPr lang="en-US" sz="1400"/>
              <a:t> - Answering a trivia question takes 3 loop iterations. Refactoring a codebase, debugging a production error, or writing a test suite takes hundreds. The loop had to become robust enough to run for minutes or hours without falling apart.</a:t>
            </a:r>
            <a:endParaRPr/>
          </a:p>
          <a:p>
            <a:pPr indent="0" lvl="0" marL="0" rtl="0" algn="l">
              <a:lnSpc>
                <a:spcPct val="120000"/>
              </a:lnSpc>
              <a:spcBef>
                <a:spcPts val="1000"/>
              </a:spcBef>
              <a:spcAft>
                <a:spcPts val="0"/>
              </a:spcAft>
              <a:buClr>
                <a:srgbClr val="981E32"/>
              </a:buClr>
              <a:buSzPts val="1400"/>
              <a:buFont typeface="Lato"/>
              <a:buNone/>
            </a:pPr>
            <a:r>
              <a:t/>
            </a:r>
            <a:endParaRPr sz="1400"/>
          </a:p>
          <a:p>
            <a:pPr indent="0" lvl="0" marL="0" rtl="0" algn="l">
              <a:lnSpc>
                <a:spcPct val="120000"/>
              </a:lnSpc>
              <a:spcBef>
                <a:spcPts val="1000"/>
              </a:spcBef>
              <a:spcAft>
                <a:spcPts val="0"/>
              </a:spcAft>
              <a:buClr>
                <a:srgbClr val="981E32"/>
              </a:buClr>
              <a:buSzPts val="1400"/>
              <a:buFont typeface="Lato"/>
              <a:buNone/>
            </a:pPr>
            <a:r>
              <a:rPr b="1" lang="en-US" sz="1400"/>
              <a:t>Real stakes</a:t>
            </a:r>
            <a:r>
              <a:rPr lang="en-US" sz="1400"/>
              <a:t> - In the original experiment a wrong answer cost nothing. Today a wrong action can delete a file, push broken code, or call a paid API a thousand times. The loop now needs guardrails, confirmations, and rollback strategies.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36"/>
          <p:cNvSpPr txBox="1"/>
          <p:nvPr>
            <p:ph idx="12" type="sldNum"/>
          </p:nvPr>
        </p:nvSpPr>
        <p:spPr>
          <a:xfrm>
            <a:off x="8610600" y="6282824"/>
            <a:ext cx="2743200" cy="365125"/>
          </a:xfrm>
          <a:prstGeom prst="rect">
            <a:avLst/>
          </a:prstGeom>
          <a:noFill/>
          <a:ln>
            <a:noFill/>
          </a:ln>
        </p:spPr>
        <p:txBody>
          <a:bodyPr anchorCtr="0" anchor="ctr" bIns="45700" lIns="91425" spcFirstLastPara="1" rIns="0" wrap="square" tIns="45700">
            <a:no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sp>
        <p:nvSpPr>
          <p:cNvPr id="820" name="Google Shape;820;p36"/>
          <p:cNvSpPr txBox="1"/>
          <p:nvPr>
            <p:ph type="title"/>
          </p:nvPr>
        </p:nvSpPr>
        <p:spPr>
          <a:xfrm>
            <a:off x="609600" y="-105799"/>
            <a:ext cx="10553700" cy="1074519"/>
          </a:xfrm>
          <a:prstGeom prst="rect">
            <a:avLst/>
          </a:prstGeom>
          <a:noFill/>
          <a:ln>
            <a:noFill/>
          </a:ln>
        </p:spPr>
        <p:txBody>
          <a:bodyPr anchorCtr="0" anchor="b" bIns="45700" lIns="0" spcFirstLastPara="1" rIns="91425" wrap="square" tIns="45700">
            <a:noAutofit/>
          </a:bodyPr>
          <a:lstStyle/>
          <a:p>
            <a:pPr indent="0" lvl="0" marL="0" rtl="0" algn="l">
              <a:lnSpc>
                <a:spcPct val="90000"/>
              </a:lnSpc>
              <a:spcBef>
                <a:spcPts val="0"/>
              </a:spcBef>
              <a:spcAft>
                <a:spcPts val="0"/>
              </a:spcAft>
              <a:buClr>
                <a:srgbClr val="8C1515"/>
              </a:buClr>
              <a:buSzPts val="3600"/>
              <a:buFont typeface="Lato"/>
              <a:buNone/>
            </a:pPr>
            <a:r>
              <a:rPr lang="en-US"/>
              <a:t>What is a MCP tool</a:t>
            </a:r>
            <a:endParaRPr/>
          </a:p>
        </p:txBody>
      </p:sp>
      <p:sp>
        <p:nvSpPr>
          <p:cNvPr id="821" name="Google Shape;821;p36"/>
          <p:cNvSpPr/>
          <p:nvPr/>
        </p:nvSpPr>
        <p:spPr>
          <a:xfrm>
            <a:off x="1381924" y="3747270"/>
            <a:ext cx="27432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p:txBody>
      </p:sp>
      <p:sp>
        <p:nvSpPr>
          <p:cNvPr id="822" name="Google Shape;822;p36"/>
          <p:cNvSpPr/>
          <p:nvPr/>
        </p:nvSpPr>
        <p:spPr>
          <a:xfrm>
            <a:off x="1061884" y="2252226"/>
            <a:ext cx="3063240" cy="822960"/>
          </a:xfrm>
          <a:prstGeom prst="rect">
            <a:avLst/>
          </a:prstGeom>
          <a:noFill/>
          <a:ln>
            <a:noFill/>
          </a:ln>
        </p:spPr>
        <p:txBody>
          <a:bodyPr anchorCtr="0" anchor="ctr" bIns="50800" lIns="50800" spcFirstLastPara="1" rIns="50800" wrap="square" tIns="50800">
            <a:noAutofit/>
          </a:bodyPr>
          <a:lstStyle/>
          <a:p>
            <a:pPr indent="0" lvl="0" marL="0" marR="0" rtl="0" algn="l">
              <a:lnSpc>
                <a:spcPct val="100000"/>
              </a:lnSpc>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823" name="Google Shape;823;p36"/>
          <p:cNvSpPr txBox="1"/>
          <p:nvPr/>
        </p:nvSpPr>
        <p:spPr>
          <a:xfrm>
            <a:off x="604684" y="1516741"/>
            <a:ext cx="1098263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A standardized protocol</a:t>
            </a:r>
            <a:r>
              <a:rPr b="0" i="0" lang="en-US" sz="1800" u="none" cap="none" strike="noStrike">
                <a:solidFill>
                  <a:schemeClr val="dk1"/>
                </a:solidFill>
                <a:latin typeface="Calibri"/>
                <a:ea typeface="Calibri"/>
                <a:cs typeface="Calibri"/>
                <a:sym typeface="Calibri"/>
              </a:rPr>
              <a:t> that lets AI agents discover and call </a:t>
            </a:r>
            <a:r>
              <a:rPr b="1" i="0" lang="en-US" sz="1800" u="none" cap="none" strike="noStrike">
                <a:solidFill>
                  <a:schemeClr val="dk1"/>
                </a:solidFill>
                <a:latin typeface="Calibri"/>
                <a:ea typeface="Calibri"/>
                <a:cs typeface="Calibri"/>
                <a:sym typeface="Calibri"/>
              </a:rPr>
              <a:t>external tools &amp; services</a:t>
            </a:r>
            <a:r>
              <a:rPr b="0" i="0" lang="en-US" sz="1800" u="none" cap="none" strike="noStrike">
                <a:solidFill>
                  <a:schemeClr val="dk1"/>
                </a:solidFill>
                <a:latin typeface="Calibri"/>
                <a:ea typeface="Calibri"/>
                <a:cs typeface="Calibri"/>
                <a:sym typeface="Calibri"/>
              </a:rPr>
              <a:t> at runtime — like USB for AI capabilities, that use HTTP or process call to execute it</a:t>
            </a:r>
            <a:endParaRPr b="0" i="0" sz="1800" u="none" cap="none" strike="noStrike">
              <a:solidFill>
                <a:schemeClr val="dk1"/>
              </a:solidFill>
              <a:latin typeface="Calibri"/>
              <a:ea typeface="Calibri"/>
              <a:cs typeface="Calibri"/>
              <a:sym typeface="Calibri"/>
            </a:endParaRPr>
          </a:p>
        </p:txBody>
      </p:sp>
      <p:sp>
        <p:nvSpPr>
          <p:cNvPr id="824" name="Google Shape;824;p36"/>
          <p:cNvSpPr txBox="1"/>
          <p:nvPr/>
        </p:nvSpPr>
        <p:spPr>
          <a:xfrm>
            <a:off x="600818" y="2609503"/>
            <a:ext cx="5018948" cy="25518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How it works: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285750" lvl="0" marL="285750" marR="0" rtl="0" algn="l">
              <a:lnSpc>
                <a:spcPct val="150000"/>
              </a:lnSpc>
              <a:spcBef>
                <a:spcPts val="0"/>
              </a:spcBef>
              <a:spcAft>
                <a:spcPts val="0"/>
              </a:spcAft>
              <a:buClr>
                <a:schemeClr val="dk1"/>
              </a:buClr>
              <a:buSzPts val="1400"/>
              <a:buFont typeface="Arial"/>
              <a:buChar char="•"/>
            </a:pPr>
            <a:r>
              <a:rPr b="1" i="0" lang="en-US" sz="1400" u="none" cap="none" strike="noStrike">
                <a:solidFill>
                  <a:schemeClr val="dk1"/>
                </a:solidFill>
                <a:latin typeface="Calibri"/>
                <a:ea typeface="Calibri"/>
                <a:cs typeface="Calibri"/>
                <a:sym typeface="Calibri"/>
              </a:rPr>
              <a:t>Discover</a:t>
            </a:r>
            <a:r>
              <a:rPr b="0" i="0" lang="en-US" sz="1400" u="none" cap="none" strike="noStrike">
                <a:solidFill>
                  <a:schemeClr val="dk1"/>
                </a:solidFill>
                <a:latin typeface="Calibri"/>
                <a:ea typeface="Calibri"/>
                <a:cs typeface="Calibri"/>
                <a:sym typeface="Calibri"/>
              </a:rPr>
              <a:t>: Agent queries MCP registry for available tools &amp; schemas</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400"/>
              <a:buFont typeface="Arial"/>
              <a:buChar char="•"/>
            </a:pPr>
            <a:r>
              <a:rPr b="1" i="0" lang="en-US" sz="1400" u="none" cap="none" strike="noStrike">
                <a:solidFill>
                  <a:schemeClr val="dk1"/>
                </a:solidFill>
                <a:latin typeface="Calibri"/>
                <a:ea typeface="Calibri"/>
                <a:cs typeface="Calibri"/>
                <a:sym typeface="Calibri"/>
              </a:rPr>
              <a:t>Select</a:t>
            </a:r>
            <a:r>
              <a:rPr b="0" i="0" lang="en-US" sz="1400" u="none" cap="none" strike="noStrike">
                <a:solidFill>
                  <a:schemeClr val="dk1"/>
                </a:solidFill>
                <a:latin typeface="Calibri"/>
                <a:ea typeface="Calibri"/>
                <a:cs typeface="Calibri"/>
                <a:sym typeface="Calibri"/>
              </a:rPr>
              <a:t>: LLM reasons which tool to call based on current task</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400"/>
              <a:buFont typeface="Arial"/>
              <a:buChar char="•"/>
            </a:pPr>
            <a:r>
              <a:rPr b="1" i="0" lang="en-US" sz="1400" u="none" cap="none" strike="noStrike">
                <a:solidFill>
                  <a:schemeClr val="dk1"/>
                </a:solidFill>
                <a:latin typeface="Calibri"/>
                <a:ea typeface="Calibri"/>
                <a:cs typeface="Calibri"/>
                <a:sym typeface="Calibri"/>
              </a:rPr>
              <a:t>Invoke</a:t>
            </a:r>
            <a:r>
              <a:rPr b="0" i="0" lang="en-US" sz="1400" u="none" cap="none" strike="noStrike">
                <a:solidFill>
                  <a:schemeClr val="dk1"/>
                </a:solidFill>
                <a:latin typeface="Calibri"/>
                <a:ea typeface="Calibri"/>
                <a:cs typeface="Calibri"/>
                <a:sym typeface="Calibri"/>
              </a:rPr>
              <a:t>: MCP formats &amp; routes the call; handles auth &amp; transport</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1400"/>
              <a:buFont typeface="Arial"/>
              <a:buChar char="•"/>
            </a:pPr>
            <a:r>
              <a:rPr b="1" i="0" lang="en-US" sz="1400" u="none" cap="none" strike="noStrike">
                <a:solidFill>
                  <a:schemeClr val="dk1"/>
                </a:solidFill>
                <a:latin typeface="Calibri"/>
                <a:ea typeface="Calibri"/>
                <a:cs typeface="Calibri"/>
                <a:sym typeface="Calibri"/>
              </a:rPr>
              <a:t>Integrate</a:t>
            </a:r>
            <a:r>
              <a:rPr b="0" i="0" lang="en-US" sz="1400" u="none" cap="none" strike="noStrike">
                <a:solidFill>
                  <a:schemeClr val="dk1"/>
                </a:solidFill>
                <a:latin typeface="Calibri"/>
                <a:ea typeface="Calibri"/>
                <a:cs typeface="Calibri"/>
                <a:sym typeface="Calibri"/>
              </a:rPr>
              <a:t>: Result is injected into agent context for next step</a:t>
            </a:r>
            <a:endParaRPr b="0" i="0" sz="1400" u="none" cap="none" strike="noStrike">
              <a:solidFill>
                <a:srgbClr val="000000"/>
              </a:solidFill>
              <a:latin typeface="Arial"/>
              <a:ea typeface="Arial"/>
              <a:cs typeface="Arial"/>
              <a:sym typeface="Arial"/>
            </a:endParaRPr>
          </a:p>
        </p:txBody>
      </p:sp>
      <p:pic>
        <p:nvPicPr>
          <p:cNvPr id="825" name="Google Shape;825;p36"/>
          <p:cNvPicPr preferRelativeResize="0"/>
          <p:nvPr/>
        </p:nvPicPr>
        <p:blipFill rotWithShape="1">
          <a:blip r:embed="rId3">
            <a:alphaModFix/>
          </a:blip>
          <a:srcRect b="0" l="0" r="0" t="0"/>
          <a:stretch/>
        </p:blipFill>
        <p:spPr>
          <a:xfrm>
            <a:off x="5619766" y="2313949"/>
            <a:ext cx="6414359" cy="400055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37"/>
          <p:cNvSpPr txBox="1"/>
          <p:nvPr>
            <p:ph idx="12" type="sldNum"/>
          </p:nvPr>
        </p:nvSpPr>
        <p:spPr>
          <a:xfrm>
            <a:off x="11420147" y="6318253"/>
            <a:ext cx="425132" cy="539750"/>
          </a:xfrm>
          <a:prstGeom prst="rect">
            <a:avLst/>
          </a:prstGeom>
          <a:noFill/>
          <a:ln>
            <a:noFill/>
          </a:ln>
        </p:spPr>
        <p:txBody>
          <a:bodyPr anchorCtr="0" anchor="ctr" bIns="45700" lIns="91425" spcFirstLastPara="1" rIns="0" wrap="square" tIns="45700">
            <a:normAutofit/>
          </a:bodyPr>
          <a:lstStyle/>
          <a:p>
            <a:pPr indent="0" lvl="0" marL="0" rtl="0" algn="r">
              <a:lnSpc>
                <a:spcPct val="100000"/>
              </a:lnSpc>
              <a:spcBef>
                <a:spcPts val="0"/>
              </a:spcBef>
              <a:spcAft>
                <a:spcPts val="0"/>
              </a:spcAft>
              <a:buSzPts val="1100"/>
              <a:buNone/>
            </a:pPr>
            <a:fld id="{00000000-1234-1234-1234-123412341234}" type="slidenum">
              <a:rPr lang="en-US"/>
              <a:t>‹#›</a:t>
            </a:fld>
            <a:endParaRPr/>
          </a:p>
        </p:txBody>
      </p:sp>
      <p:sp>
        <p:nvSpPr>
          <p:cNvPr id="831" name="Google Shape;831;p37"/>
          <p:cNvSpPr txBox="1"/>
          <p:nvPr>
            <p:ph type="title"/>
          </p:nvPr>
        </p:nvSpPr>
        <p:spPr>
          <a:xfrm>
            <a:off x="603861" y="129093"/>
            <a:ext cx="10801946" cy="753033"/>
          </a:xfrm>
          <a:prstGeom prst="rect">
            <a:avLst/>
          </a:prstGeom>
          <a:noFill/>
          <a:ln>
            <a:noFill/>
          </a:ln>
        </p:spPr>
        <p:txBody>
          <a:bodyPr anchorCtr="0" anchor="b" bIns="45700" lIns="0" spcFirstLastPara="1" rIns="91425" wrap="square" tIns="45700">
            <a:normAutofit/>
          </a:bodyPr>
          <a:lstStyle/>
          <a:p>
            <a:pPr indent="0" lvl="0" marL="0" rtl="0" algn="l">
              <a:lnSpc>
                <a:spcPct val="90000"/>
              </a:lnSpc>
              <a:spcBef>
                <a:spcPts val="0"/>
              </a:spcBef>
              <a:spcAft>
                <a:spcPts val="0"/>
              </a:spcAft>
              <a:buClr>
                <a:srgbClr val="8C1515"/>
              </a:buClr>
              <a:buSzPts val="3600"/>
              <a:buFont typeface="Lato"/>
              <a:buNone/>
            </a:pPr>
            <a:r>
              <a:rPr lang="en-US"/>
              <a:t>Skills: Why They Exist</a:t>
            </a:r>
            <a:endParaRPr/>
          </a:p>
        </p:txBody>
      </p:sp>
      <p:sp>
        <p:nvSpPr>
          <p:cNvPr id="832" name="Google Shape;832;p37"/>
          <p:cNvSpPr txBox="1"/>
          <p:nvPr>
            <p:ph idx="1" type="body"/>
          </p:nvPr>
        </p:nvSpPr>
        <p:spPr>
          <a:xfrm>
            <a:off x="602272" y="1890170"/>
            <a:ext cx="5189009" cy="3799402"/>
          </a:xfrm>
          <a:prstGeom prst="rect">
            <a:avLst/>
          </a:prstGeom>
          <a:noFill/>
          <a:ln>
            <a:noFill/>
          </a:ln>
        </p:spPr>
        <p:txBody>
          <a:bodyPr anchorCtr="0" anchor="t" bIns="45700" lIns="0" spcFirstLastPara="1" rIns="91425" wrap="square" tIns="45700">
            <a:normAutofit/>
          </a:bodyPr>
          <a:lstStyle/>
          <a:p>
            <a:pPr indent="0" lvl="0" marL="0" rtl="0" algn="l">
              <a:lnSpc>
                <a:spcPct val="110000"/>
              </a:lnSpc>
              <a:spcBef>
                <a:spcPts val="0"/>
              </a:spcBef>
              <a:spcAft>
                <a:spcPts val="0"/>
              </a:spcAft>
              <a:buSzPts val="1400"/>
              <a:buFont typeface="Lato"/>
              <a:buNone/>
            </a:pPr>
            <a:r>
              <a:rPr b="1" lang="en-US" sz="1400">
                <a:latin typeface="Lato"/>
                <a:ea typeface="Lato"/>
                <a:cs typeface="Lato"/>
                <a:sym typeface="Lato"/>
              </a:rPr>
              <a:t>The problem </a:t>
            </a:r>
            <a:r>
              <a:rPr lang="en-US" sz="1400">
                <a:latin typeface="Lato"/>
                <a:ea typeface="Lato"/>
                <a:cs typeface="Lato"/>
                <a:sym typeface="Lato"/>
              </a:rPr>
              <a:t>- A raw agent figures out how to do everything from scratch, every single time. Same task tomorrow — same deliberation, same wasted steps, different result. Unpredictable and slow.</a:t>
            </a:r>
            <a:endParaRPr/>
          </a:p>
          <a:p>
            <a:pPr indent="0" lvl="0" marL="0" rtl="0" algn="l">
              <a:lnSpc>
                <a:spcPct val="110000"/>
              </a:lnSpc>
              <a:spcBef>
                <a:spcPts val="1000"/>
              </a:spcBef>
              <a:spcAft>
                <a:spcPts val="0"/>
              </a:spcAft>
              <a:buSzPts val="1400"/>
              <a:buFont typeface="Lato"/>
              <a:buNone/>
            </a:pPr>
            <a:r>
              <a:t/>
            </a:r>
            <a:endParaRPr sz="1400"/>
          </a:p>
          <a:p>
            <a:pPr indent="0" lvl="0" marL="0" rtl="0" algn="l">
              <a:lnSpc>
                <a:spcPct val="110000"/>
              </a:lnSpc>
              <a:spcBef>
                <a:spcPts val="1000"/>
              </a:spcBef>
              <a:spcAft>
                <a:spcPts val="0"/>
              </a:spcAft>
              <a:buSzPts val="1400"/>
              <a:buFont typeface="Lato"/>
              <a:buNone/>
            </a:pPr>
            <a:r>
              <a:rPr b="1" lang="en-US" sz="1400">
                <a:latin typeface="Lato"/>
                <a:ea typeface="Lato"/>
                <a:cs typeface="Lato"/>
                <a:sym typeface="Lato"/>
              </a:rPr>
              <a:t>What a skill is </a:t>
            </a:r>
            <a:r>
              <a:rPr lang="en-US" sz="1400">
                <a:latin typeface="Lato"/>
                <a:ea typeface="Lato"/>
                <a:cs typeface="Lato"/>
                <a:sym typeface="Lato"/>
              </a:rPr>
              <a:t>- A pre-packaged, tested piece of agent behavior. The agent stops reasoning about how to do something already solved and just calls the skill. Like a playbook instead of improvising every time.</a:t>
            </a:r>
            <a:endParaRPr/>
          </a:p>
          <a:p>
            <a:pPr indent="0" lvl="0" marL="0" rtl="0" algn="l">
              <a:lnSpc>
                <a:spcPct val="110000"/>
              </a:lnSpc>
              <a:spcBef>
                <a:spcPts val="1000"/>
              </a:spcBef>
              <a:spcAft>
                <a:spcPts val="0"/>
              </a:spcAft>
              <a:buSzPts val="1400"/>
              <a:buFont typeface="Lato"/>
              <a:buNone/>
            </a:pPr>
            <a:r>
              <a:t/>
            </a:r>
            <a:endParaRPr sz="1400">
              <a:latin typeface="Lato"/>
              <a:ea typeface="Lato"/>
              <a:cs typeface="Lato"/>
              <a:sym typeface="Lato"/>
            </a:endParaRPr>
          </a:p>
          <a:p>
            <a:pPr indent="0" lvl="0" marL="0" rtl="0" algn="l">
              <a:lnSpc>
                <a:spcPct val="120000"/>
              </a:lnSpc>
              <a:spcBef>
                <a:spcPts val="1000"/>
              </a:spcBef>
              <a:spcAft>
                <a:spcPts val="0"/>
              </a:spcAft>
              <a:buClr>
                <a:srgbClr val="981E32"/>
              </a:buClr>
              <a:buSzPts val="1400"/>
              <a:buFont typeface="Lato"/>
              <a:buNone/>
            </a:pPr>
            <a:r>
              <a:rPr b="1" lang="en-US" sz="1400">
                <a:latin typeface="Lato"/>
                <a:ea typeface="Lato"/>
                <a:cs typeface="Lato"/>
                <a:sym typeface="Lato"/>
              </a:rPr>
              <a:t>The hidden benefit</a:t>
            </a:r>
            <a:r>
              <a:rPr lang="en-US" sz="1400">
                <a:latin typeface="Lato"/>
                <a:ea typeface="Lato"/>
                <a:cs typeface="Lato"/>
                <a:sym typeface="Lato"/>
              </a:rPr>
              <a:t> - Every reasoning step burns context window space. A skill replaces a lot of iterations of thinking. That directly delayscontext rot — which is exactly the problem we tackle next. </a:t>
            </a:r>
            <a:endParaRPr/>
          </a:p>
          <a:p>
            <a:pPr indent="0" lvl="0" marL="0" rtl="0" algn="l">
              <a:lnSpc>
                <a:spcPct val="110000"/>
              </a:lnSpc>
              <a:spcBef>
                <a:spcPts val="1000"/>
              </a:spcBef>
              <a:spcAft>
                <a:spcPts val="0"/>
              </a:spcAft>
              <a:buSzPts val="1800"/>
              <a:buFont typeface="Lato"/>
              <a:buNone/>
            </a:pPr>
            <a:r>
              <a:t/>
            </a:r>
            <a:endParaRPr sz="1800"/>
          </a:p>
          <a:p>
            <a:pPr indent="0" lvl="0" marL="0" rtl="0" algn="l">
              <a:lnSpc>
                <a:spcPct val="110000"/>
              </a:lnSpc>
              <a:spcBef>
                <a:spcPts val="1000"/>
              </a:spcBef>
              <a:spcAft>
                <a:spcPts val="0"/>
              </a:spcAft>
              <a:buSzPts val="1800"/>
              <a:buFont typeface="Lato"/>
              <a:buNone/>
            </a:pPr>
            <a:r>
              <a:t/>
            </a:r>
            <a:endParaRPr sz="1800"/>
          </a:p>
        </p:txBody>
      </p:sp>
      <p:pic>
        <p:nvPicPr>
          <p:cNvPr id="833" name="Google Shape;833;p37"/>
          <p:cNvPicPr preferRelativeResize="0"/>
          <p:nvPr/>
        </p:nvPicPr>
        <p:blipFill rotWithShape="1">
          <a:blip r:embed="rId3">
            <a:alphaModFix/>
          </a:blip>
          <a:srcRect b="0" l="0" r="0" t="0"/>
          <a:stretch/>
        </p:blipFill>
        <p:spPr>
          <a:xfrm>
            <a:off x="6197576" y="2056584"/>
            <a:ext cx="5180251" cy="345781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C Covers/Title Slides">
  <a:themeElements>
    <a:clrScheme name="Custom 3">
      <a:dk1>
        <a:srgbClr val="000000"/>
      </a:dk1>
      <a:lt1>
        <a:srgbClr val="FFFFFF"/>
      </a:lt1>
      <a:dk2>
        <a:srgbClr val="44546A"/>
      </a:dk2>
      <a:lt2>
        <a:srgbClr val="E7E6E6"/>
      </a:lt2>
      <a:accent1>
        <a:srgbClr val="8C1515"/>
      </a:accent1>
      <a:accent2>
        <a:srgbClr val="4198B5"/>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AC Interior Slides">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2022-05-19T06:08:41Z</dcterms:created>
  <dc:creator>Kim, Kuktae</dc:creator>
</cp:coreProperties>
</file>