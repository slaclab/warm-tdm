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metadata" ContentType="application/binary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6"/>
    <p:sldMasterId id="2147483662" r:id="rId7"/>
  </p:sldMasterIdLst>
  <p:notesMasterIdLst>
    <p:notesMasterId r:id="rId8"/>
  </p:notesMasterIdLst>
  <p:sldIdLst>
    <p:sldId id="256" r:id="rId20"/>
    <p:sldId id="257" r:id="rId21"/>
    <p:sldId id="258" r:id="rId22"/>
    <p:sldId id="259" r:id="rId23"/>
    <p:sldId id="260" r:id="rId24"/>
    <p:sldId id="261" r:id="rId25"/>
    <p:sldId id="262" r:id="rId26"/>
    <p:sldId id="263" r:id="rId27"/>
    <p:sldId id="264" r:id="rId28"/>
  </p:sldIdLst>
  <p:sldSz cy="6858000" cx="12192000"/>
  <p:notesSz cx="6950075" cy="9236075"/>
  <p:embeddedFontLst>
    <p:embeddedFont>
      <p:font typeface="Lato"/>
      <p:regular r:id="rId56"/>
      <p:bold r:id="rId57"/>
      <p:italic r:id="rId58"/>
      <p:boldItalic r:id="rId59"/>
    </p:embeddedFont>
    <p:embeddedFont>
      <p:font typeface="Montserrat"/>
      <p:regular r:id="rId60"/>
      <p:bold r:id="rId61"/>
      <p:italic r:id="rId62"/>
      <p:boldItalic r:id="rId63"/>
    </p:embeddedFont>
    <p:embeddedFont>
      <p:font typeface="Lato Black"/>
      <p:bold r:id="rId64"/>
      <p:boldItalic r:id="rId6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504">
          <p15:clr>
            <a:srgbClr val="A4A3A4"/>
          </p15:clr>
        </p15:guide>
        <p15:guide id="4" orient="horz" pos="1176">
          <p15:clr>
            <a:srgbClr val="A4A3A4"/>
          </p15:clr>
        </p15:guide>
      </p15:sldGuideLst>
    </p:ext>
    <p:ext uri="GoogleSlidesCustomDataVersion2">
      <go:slidesCustomData xmlns:go="http://customooxmlschemas.google.com/" r:id="rId66" roundtripDataSignature="AMtx7mgrYoko3L1Ood2AmfyMP4rDTUN5vg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1" name="Cong Wang"/>
  <p:cmAuthor clrIdx="1" id="1" initials="" lastIdx="1" name="Kuktae Kim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0E04851-F2F6-4310-837F-7F7817371104}">
  <a:tblStyle styleId="{40E04851-F2F6-4310-837F-7F7817371104}" styleName="Table_0"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fill>
          <a:solidFill>
            <a:srgbClr val="CDD4EA"/>
          </a:solidFill>
        </a:fill>
      </a:tcStyle>
    </a:band1H>
    <a:band2H>
      <a:tcTxStyle/>
    </a:band2H>
    <a:band1V>
      <a:tcTxStyle/>
      <a:tcStyle>
        <a:fill>
          <a:solidFill>
            <a:srgbClr val="CDD4EA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rgbClr val="FFFFFF"/>
      </a:tcTxStyle>
      <a:tcStyle>
        <a:fill>
          <a:solidFill>
            <a:srgbClr val="4472C4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fill>
          <a:solidFill>
            <a:srgbClr val="4472C4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top>
            <a:ln cap="flat" cmpd="sng" w="381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rgbClr val="4472C4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bottom>
            <a:ln cap="flat" cmpd="sng" w="381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rgbClr val="4472C4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  <p:guide pos="504"/>
        <p:guide pos="1176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commentAuthors" Target="commentAuthors.xml"/><Relationship Id="rId6" Type="http://schemas.openxmlformats.org/officeDocument/2006/relationships/slideMaster" Target="slideMasters/slideMaster1.xml"/><Relationship Id="rId7" Type="http://schemas.openxmlformats.org/officeDocument/2006/relationships/slideMaster" Target="slideMasters/slideMaster2.xml"/><Relationship Id="rId8" Type="http://schemas.openxmlformats.org/officeDocument/2006/relationships/notesMaster" Target="notesMasters/notesMaster1.xml"/><Relationship Id="rId20" Type="http://schemas.openxmlformats.org/officeDocument/2006/relationships/slide" Target="slides/slide1.xml"/><Relationship Id="rId21" Type="http://schemas.openxmlformats.org/officeDocument/2006/relationships/slide" Target="slides/slide2.xml"/><Relationship Id="rId22" Type="http://schemas.openxmlformats.org/officeDocument/2006/relationships/slide" Target="slides/slide3.xml"/><Relationship Id="rId23" Type="http://schemas.openxmlformats.org/officeDocument/2006/relationships/slide" Target="slides/slide4.xml"/><Relationship Id="rId24" Type="http://schemas.openxmlformats.org/officeDocument/2006/relationships/slide" Target="slides/slide5.xml"/><Relationship Id="rId25" Type="http://schemas.openxmlformats.org/officeDocument/2006/relationships/slide" Target="slides/slide6.xml"/><Relationship Id="rId26" Type="http://schemas.openxmlformats.org/officeDocument/2006/relationships/slide" Target="slides/slide7.xml"/><Relationship Id="rId27" Type="http://schemas.openxmlformats.org/officeDocument/2006/relationships/slide" Target="slides/slide8.xml"/><Relationship Id="rId28" Type="http://schemas.openxmlformats.org/officeDocument/2006/relationships/slide" Target="slides/slide9.xml"/><Relationship Id="rId56" Type="http://schemas.openxmlformats.org/officeDocument/2006/relationships/font" Target="fonts/Lato-regular.fntdata"/><Relationship Id="rId57" Type="http://schemas.openxmlformats.org/officeDocument/2006/relationships/font" Target="fonts/Lato-bold.fntdata"/><Relationship Id="rId58" Type="http://schemas.openxmlformats.org/officeDocument/2006/relationships/font" Target="fonts/Lato-italic.fntdata"/><Relationship Id="rId59" Type="http://schemas.openxmlformats.org/officeDocument/2006/relationships/font" Target="fonts/Lato-boldItalic.fntdata"/><Relationship Id="rId60" Type="http://schemas.openxmlformats.org/officeDocument/2006/relationships/font" Target="fonts/Montserrat-regular.fntdata"/><Relationship Id="rId61" Type="http://schemas.openxmlformats.org/officeDocument/2006/relationships/font" Target="fonts/Montserrat-bold.fntdata"/><Relationship Id="rId62" Type="http://schemas.openxmlformats.org/officeDocument/2006/relationships/font" Target="fonts/Montserrat-italic.fntdata"/><Relationship Id="rId63" Type="http://schemas.openxmlformats.org/officeDocument/2006/relationships/font" Target="fonts/Montserrat-boldItalic.fntdata"/><Relationship Id="rId64" Type="http://schemas.openxmlformats.org/officeDocument/2006/relationships/font" Target="fonts/LatoBlack-bold.fntdata"/><Relationship Id="rId65" Type="http://schemas.openxmlformats.org/officeDocument/2006/relationships/font" Target="fonts/LatoBlack-boldItalic.fntdata"/><Relationship Id="rId66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11699" cy="463408"/>
          </a:xfrm>
          <a:prstGeom prst="rect">
            <a:avLst/>
          </a:prstGeom>
          <a:noFill/>
          <a:ln>
            <a:noFill/>
          </a:ln>
        </p:spPr>
        <p:txBody>
          <a:bodyPr anchorCtr="0" anchor="t" bIns="46225" lIns="92475" spcFirstLastPara="1" rIns="92475" wrap="square" tIns="462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936768" y="0"/>
            <a:ext cx="3011699" cy="463408"/>
          </a:xfrm>
          <a:prstGeom prst="rect">
            <a:avLst/>
          </a:prstGeom>
          <a:noFill/>
          <a:ln>
            <a:noFill/>
          </a:ln>
        </p:spPr>
        <p:txBody>
          <a:bodyPr anchorCtr="0" anchor="t" bIns="46225" lIns="92475" spcFirstLastPara="1" rIns="92475" wrap="square" tIns="46225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703263" y="1154113"/>
            <a:ext cx="5543550" cy="31178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95008" y="4444861"/>
            <a:ext cx="5560060" cy="3636705"/>
          </a:xfrm>
          <a:prstGeom prst="rect">
            <a:avLst/>
          </a:prstGeom>
          <a:noFill/>
          <a:ln>
            <a:noFill/>
          </a:ln>
        </p:spPr>
        <p:txBody>
          <a:bodyPr anchorCtr="0" anchor="t" bIns="46225" lIns="92475" spcFirstLastPara="1" rIns="92475" wrap="square" tIns="462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772669"/>
            <a:ext cx="3011699" cy="463407"/>
          </a:xfrm>
          <a:prstGeom prst="rect">
            <a:avLst/>
          </a:prstGeom>
          <a:noFill/>
          <a:ln>
            <a:noFill/>
          </a:ln>
        </p:spPr>
        <p:txBody>
          <a:bodyPr anchorCtr="0" anchor="b" bIns="46225" lIns="92475" spcFirstLastPara="1" rIns="92475" wrap="square" tIns="462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936768" y="8772669"/>
            <a:ext cx="3011699" cy="463407"/>
          </a:xfrm>
          <a:prstGeom prst="rect">
            <a:avLst/>
          </a:prstGeom>
          <a:noFill/>
          <a:ln>
            <a:noFill/>
          </a:ln>
        </p:spPr>
        <p:txBody>
          <a:bodyPr anchorCtr="0" anchor="b" bIns="46225" lIns="92475" spcFirstLastPara="1" rIns="92475" wrap="square" tIns="4622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1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Relationship Id="rId3" Type="http://schemas.openxmlformats.org/officeDocument/2006/relationships/image" Target="../media/image1.png"/><Relationship Id="rId4" Type="http://schemas.openxmlformats.org/officeDocument/2006/relationships/image" Target="../media/image1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8.png"/><Relationship Id="rId4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.png"/><Relationship Id="rId4" Type="http://schemas.openxmlformats.org/officeDocument/2006/relationships/image" Target="../media/image1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17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jpg"/><Relationship Id="rId3" Type="http://schemas.openxmlformats.org/officeDocument/2006/relationships/image" Target="../media/image19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8.png"/><Relationship Id="rId3" Type="http://schemas.openxmlformats.org/officeDocument/2006/relationships/image" Target="../media/image19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8.png"/><Relationship Id="rId3" Type="http://schemas.openxmlformats.org/officeDocument/2006/relationships/image" Target="../media/image19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8.png"/><Relationship Id="rId3" Type="http://schemas.openxmlformats.org/officeDocument/2006/relationships/image" Target="../media/image19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8.png"/><Relationship Id="rId3" Type="http://schemas.openxmlformats.org/officeDocument/2006/relationships/image" Target="../media/image19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8.png"/><Relationship Id="rId3" Type="http://schemas.openxmlformats.org/officeDocument/2006/relationships/image" Target="../media/image19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- Option 4B - Printable" showMasterSp="0">
  <p:cSld name="Title Slide - Option 4B - Printab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13;p6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9786" y="6147835"/>
            <a:ext cx="1734821" cy="331193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60"/>
          <p:cNvSpPr txBox="1"/>
          <p:nvPr>
            <p:ph idx="1" type="body"/>
          </p:nvPr>
        </p:nvSpPr>
        <p:spPr>
          <a:xfrm>
            <a:off x="800100" y="638271"/>
            <a:ext cx="6449112" cy="22465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8C1515"/>
              </a:buClr>
              <a:buSzPts val="4800"/>
              <a:buFont typeface="Lato"/>
              <a:buNone/>
              <a:defRPr b="1" sz="4800">
                <a:solidFill>
                  <a:srgbClr val="8C1515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15" name="Google Shape;15;p60"/>
          <p:cNvCxnSpPr/>
          <p:nvPr/>
        </p:nvCxnSpPr>
        <p:spPr>
          <a:xfrm>
            <a:off x="0" y="5868971"/>
            <a:ext cx="12192000" cy="0"/>
          </a:xfrm>
          <a:prstGeom prst="straightConnector1">
            <a:avLst/>
          </a:prstGeom>
          <a:noFill/>
          <a:ln cap="flat" cmpd="sng" w="9525">
            <a:solidFill>
              <a:srgbClr val="3F3F3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6" name="Google Shape;16;p60"/>
          <p:cNvSpPr txBox="1"/>
          <p:nvPr>
            <p:ph idx="2" type="body"/>
          </p:nvPr>
        </p:nvSpPr>
        <p:spPr>
          <a:xfrm>
            <a:off x="800100" y="2903265"/>
            <a:ext cx="6553200" cy="50540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Lato"/>
              <a:buNone/>
              <a:defRPr sz="2800">
                <a:solidFill>
                  <a:srgbClr val="3F3F3F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" name="Google Shape;17;p60"/>
          <p:cNvSpPr txBox="1"/>
          <p:nvPr>
            <p:ph idx="3" type="body"/>
          </p:nvPr>
        </p:nvSpPr>
        <p:spPr>
          <a:xfrm>
            <a:off x="800100" y="3836713"/>
            <a:ext cx="6553200" cy="41634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Lato"/>
              <a:buNone/>
              <a:defRPr sz="1800">
                <a:solidFill>
                  <a:srgbClr val="3F3F3F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" name="Google Shape;18;p60"/>
          <p:cNvSpPr txBox="1"/>
          <p:nvPr>
            <p:ph idx="4" type="body"/>
          </p:nvPr>
        </p:nvSpPr>
        <p:spPr>
          <a:xfrm>
            <a:off x="800100" y="4260940"/>
            <a:ext cx="6553200" cy="4163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Lato"/>
              <a:buNone/>
              <a:defRPr b="0" i="0" sz="1800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rgbClr val="00B0F0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rgbClr val="00B0F0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rgbClr val="00B0F0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rgbClr val="00B0F0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9" name="Google Shape;19;p6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346869" y="6156021"/>
            <a:ext cx="2022942" cy="3371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4632">
          <p15:clr>
            <a:srgbClr val="FBAE40"/>
          </p15:clr>
        </p15:guide>
        <p15:guide id="2" orient="horz" pos="2160">
          <p15:clr>
            <a:srgbClr val="FBAE40"/>
          </p15:clr>
        </p15:guide>
        <p15:guide id="3" orient="horz" pos="3696">
          <p15:clr>
            <a:srgbClr val="FBAE40"/>
          </p15:clr>
        </p15:guide>
        <p15:guide id="4" orient="horz" pos="26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- Option 4C - Printable" showMasterSp="0">
  <p:cSld name="1_Title Slide - Option 4C - Printab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9786" y="6147835"/>
            <a:ext cx="1734821" cy="331193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65"/>
          <p:cNvSpPr txBox="1"/>
          <p:nvPr>
            <p:ph idx="1" type="body"/>
          </p:nvPr>
        </p:nvSpPr>
        <p:spPr>
          <a:xfrm>
            <a:off x="800100" y="638271"/>
            <a:ext cx="6449112" cy="22465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8C1515"/>
              </a:buClr>
              <a:buSzPts val="4800"/>
              <a:buFont typeface="Lato"/>
              <a:buNone/>
              <a:defRPr b="1" sz="4800">
                <a:solidFill>
                  <a:srgbClr val="8C1515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23" name="Google Shape;23;p65"/>
          <p:cNvCxnSpPr/>
          <p:nvPr/>
        </p:nvCxnSpPr>
        <p:spPr>
          <a:xfrm>
            <a:off x="0" y="5868971"/>
            <a:ext cx="12192000" cy="0"/>
          </a:xfrm>
          <a:prstGeom prst="straightConnector1">
            <a:avLst/>
          </a:prstGeom>
          <a:noFill/>
          <a:ln cap="flat" cmpd="sng" w="9525">
            <a:solidFill>
              <a:srgbClr val="3F3F3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4" name="Google Shape;24;p65"/>
          <p:cNvSpPr txBox="1"/>
          <p:nvPr>
            <p:ph idx="2" type="body"/>
          </p:nvPr>
        </p:nvSpPr>
        <p:spPr>
          <a:xfrm>
            <a:off x="800100" y="2903265"/>
            <a:ext cx="6553200" cy="50540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Lato"/>
              <a:buNone/>
              <a:defRPr sz="2800">
                <a:solidFill>
                  <a:srgbClr val="3F3F3F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" name="Google Shape;25;p65"/>
          <p:cNvSpPr txBox="1"/>
          <p:nvPr>
            <p:ph idx="3" type="body"/>
          </p:nvPr>
        </p:nvSpPr>
        <p:spPr>
          <a:xfrm>
            <a:off x="800100" y="3836713"/>
            <a:ext cx="6553200" cy="41634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Lato"/>
              <a:buNone/>
              <a:defRPr sz="1800">
                <a:solidFill>
                  <a:srgbClr val="3F3F3F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" name="Google Shape;26;p65"/>
          <p:cNvSpPr txBox="1"/>
          <p:nvPr>
            <p:ph idx="4" type="body"/>
          </p:nvPr>
        </p:nvSpPr>
        <p:spPr>
          <a:xfrm>
            <a:off x="800100" y="4260940"/>
            <a:ext cx="6553200" cy="4163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Lato"/>
              <a:buNone/>
              <a:defRPr b="0" i="0" sz="1800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rgbClr val="00B0F0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rgbClr val="00B0F0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rgbClr val="00B0F0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rgbClr val="00B0F0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27" name="Google Shape;27;p6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346869" y="6156021"/>
            <a:ext cx="2022942" cy="3371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4632">
          <p15:clr>
            <a:srgbClr val="FBAE40"/>
          </p15:clr>
        </p15:guide>
        <p15:guide id="2" orient="horz" pos="2160">
          <p15:clr>
            <a:srgbClr val="FBAE40"/>
          </p15:clr>
        </p15:guide>
        <p15:guide id="3" orient="horz" pos="3696">
          <p15:clr>
            <a:srgbClr val="FBAE40"/>
          </p15:clr>
        </p15:guide>
        <p15:guide id="4" orient="horz" pos="26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- Option 1" showMasterSp="0">
  <p:cSld name="Title Slide - Option 1">
    <p:bg>
      <p:bgPr>
        <a:gradFill>
          <a:gsLst>
            <a:gs pos="0">
              <a:srgbClr val="E04F39"/>
            </a:gs>
            <a:gs pos="15000">
              <a:srgbClr val="E04F39"/>
            </a:gs>
            <a:gs pos="50000">
              <a:srgbClr val="AF2D24"/>
            </a:gs>
            <a:gs pos="100000">
              <a:srgbClr val="8C1515"/>
            </a:gs>
          </a:gsLst>
          <a:lin ang="8100000" scaled="0"/>
        </a:gradFill>
      </p:bgPr>
    </p:bg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8"/>
          <p:cNvSpPr txBox="1"/>
          <p:nvPr>
            <p:ph idx="1" type="body"/>
          </p:nvPr>
        </p:nvSpPr>
        <p:spPr>
          <a:xfrm>
            <a:off x="800100" y="647701"/>
            <a:ext cx="7563494" cy="22465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sz="4800">
                <a:solidFill>
                  <a:schemeClr val="lt1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" name="Google Shape;31;p68"/>
          <p:cNvSpPr txBox="1"/>
          <p:nvPr>
            <p:ph idx="2" type="body"/>
          </p:nvPr>
        </p:nvSpPr>
        <p:spPr>
          <a:xfrm>
            <a:off x="800099" y="2931546"/>
            <a:ext cx="7563495" cy="50540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/>
              <a:buNone/>
              <a:defRPr sz="2800">
                <a:solidFill>
                  <a:schemeClr val="lt1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68"/>
          <p:cNvSpPr txBox="1"/>
          <p:nvPr>
            <p:ph idx="3" type="body"/>
          </p:nvPr>
        </p:nvSpPr>
        <p:spPr>
          <a:xfrm>
            <a:off x="800100" y="3941112"/>
            <a:ext cx="7563494" cy="3638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ato"/>
              <a:buNone/>
              <a:defRPr sz="1800">
                <a:solidFill>
                  <a:schemeClr val="lt1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68"/>
          <p:cNvSpPr txBox="1"/>
          <p:nvPr>
            <p:ph idx="4" type="body"/>
          </p:nvPr>
        </p:nvSpPr>
        <p:spPr>
          <a:xfrm>
            <a:off x="800100" y="4306401"/>
            <a:ext cx="5199706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Lato"/>
              <a:buNone/>
              <a:defRPr b="1" i="0" sz="16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rgbClr val="00B0F0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rgbClr val="00B0F0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rgbClr val="00B0F0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rgbClr val="00B0F0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34" name="Google Shape;34;p6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9786" y="6147835"/>
            <a:ext cx="1734821" cy="331193"/>
          </a:xfrm>
          <a:prstGeom prst="rect">
            <a:avLst/>
          </a:prstGeom>
          <a:noFill/>
          <a:ln>
            <a:noFill/>
          </a:ln>
        </p:spPr>
      </p:pic>
      <p:pic>
        <p:nvPicPr>
          <p:cNvPr id="35" name="Google Shape;35;p6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346869" y="6156021"/>
            <a:ext cx="2022942" cy="33715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6" name="Google Shape;36;p68"/>
          <p:cNvCxnSpPr/>
          <p:nvPr/>
        </p:nvCxnSpPr>
        <p:spPr>
          <a:xfrm>
            <a:off x="800100" y="3762332"/>
            <a:ext cx="10553700" cy="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- Option 2" showMasterSp="0">
  <p:cSld name="Title Slide - Option 2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ocean floor&#10;&#10;Description automatically generated" id="38" name="Google Shape;38;p6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9" name="Google Shape;39;p69"/>
          <p:cNvSpPr txBox="1"/>
          <p:nvPr>
            <p:ph idx="1" type="body"/>
          </p:nvPr>
        </p:nvSpPr>
        <p:spPr>
          <a:xfrm>
            <a:off x="800100" y="647701"/>
            <a:ext cx="7563494" cy="22465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sz="4800">
                <a:solidFill>
                  <a:schemeClr val="lt1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69"/>
          <p:cNvSpPr txBox="1"/>
          <p:nvPr>
            <p:ph idx="2" type="body"/>
          </p:nvPr>
        </p:nvSpPr>
        <p:spPr>
          <a:xfrm>
            <a:off x="800099" y="2931546"/>
            <a:ext cx="7563495" cy="50540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D4D1D1"/>
              </a:buClr>
              <a:buSzPts val="2800"/>
              <a:buFont typeface="Lato"/>
              <a:buNone/>
              <a:defRPr sz="2800">
                <a:solidFill>
                  <a:srgbClr val="D4D1D1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" name="Google Shape;41;p69"/>
          <p:cNvSpPr txBox="1"/>
          <p:nvPr>
            <p:ph idx="3" type="body"/>
          </p:nvPr>
        </p:nvSpPr>
        <p:spPr>
          <a:xfrm>
            <a:off x="800100" y="3941112"/>
            <a:ext cx="7563494" cy="3638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ato"/>
              <a:buNone/>
              <a:defRPr sz="1800">
                <a:solidFill>
                  <a:schemeClr val="lt1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69"/>
          <p:cNvSpPr txBox="1"/>
          <p:nvPr>
            <p:ph idx="4" type="body"/>
          </p:nvPr>
        </p:nvSpPr>
        <p:spPr>
          <a:xfrm>
            <a:off x="800100" y="4306401"/>
            <a:ext cx="5199706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D4D1D1"/>
              </a:buClr>
              <a:buSzPts val="1600"/>
              <a:buFont typeface="Lato"/>
              <a:buNone/>
              <a:defRPr b="1" i="0" sz="1600">
                <a:solidFill>
                  <a:srgbClr val="D4D1D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rgbClr val="00B0F0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rgbClr val="00B0F0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rgbClr val="00B0F0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rgbClr val="00B0F0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43" name="Google Shape;43;p6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9786" y="6147835"/>
            <a:ext cx="1734821" cy="331193"/>
          </a:xfrm>
          <a:prstGeom prst="rect">
            <a:avLst/>
          </a:prstGeom>
          <a:noFill/>
          <a:ln>
            <a:noFill/>
          </a:ln>
        </p:spPr>
      </p:pic>
      <p:pic>
        <p:nvPicPr>
          <p:cNvPr id="44" name="Google Shape;44;p6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346869" y="6156021"/>
            <a:ext cx="2022942" cy="33715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5" name="Google Shape;45;p69"/>
          <p:cNvCxnSpPr/>
          <p:nvPr/>
        </p:nvCxnSpPr>
        <p:spPr>
          <a:xfrm>
            <a:off x="800100" y="3762332"/>
            <a:ext cx="10553700" cy="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- Option 3">
  <p:cSld name="1_Title Slide - Option 3">
    <p:bg>
      <p:bgPr>
        <a:solidFill>
          <a:schemeClr val="lt1"/>
        </a:solid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0"/>
          <p:cNvSpPr/>
          <p:nvPr>
            <p:ph idx="2" type="pic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D0CECE"/>
          </a:solidFill>
          <a:ln>
            <a:noFill/>
          </a:ln>
        </p:spPr>
      </p:sp>
      <p:sp>
        <p:nvSpPr>
          <p:cNvPr id="48" name="Google Shape;48;p70"/>
          <p:cNvSpPr txBox="1"/>
          <p:nvPr>
            <p:ph idx="1" type="body"/>
          </p:nvPr>
        </p:nvSpPr>
        <p:spPr>
          <a:xfrm>
            <a:off x="800100" y="647701"/>
            <a:ext cx="7563494" cy="22465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sz="4800">
                <a:solidFill>
                  <a:schemeClr val="lt1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" name="Google Shape;49;p70"/>
          <p:cNvSpPr txBox="1"/>
          <p:nvPr>
            <p:ph idx="3" type="body"/>
          </p:nvPr>
        </p:nvSpPr>
        <p:spPr>
          <a:xfrm>
            <a:off x="800099" y="2931546"/>
            <a:ext cx="7563495" cy="50540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/>
              <a:buNone/>
              <a:defRPr sz="2800">
                <a:solidFill>
                  <a:schemeClr val="lt1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0" name="Google Shape;50;p70"/>
          <p:cNvSpPr txBox="1"/>
          <p:nvPr>
            <p:ph idx="4" type="body"/>
          </p:nvPr>
        </p:nvSpPr>
        <p:spPr>
          <a:xfrm>
            <a:off x="800100" y="3941112"/>
            <a:ext cx="7563494" cy="3638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ato"/>
              <a:buNone/>
              <a:defRPr sz="1800">
                <a:solidFill>
                  <a:schemeClr val="lt1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1" name="Google Shape;51;p70"/>
          <p:cNvSpPr txBox="1"/>
          <p:nvPr>
            <p:ph idx="5" type="body"/>
          </p:nvPr>
        </p:nvSpPr>
        <p:spPr>
          <a:xfrm>
            <a:off x="800099" y="4306401"/>
            <a:ext cx="7563493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Lato"/>
              <a:buNone/>
              <a:defRPr b="1" i="0" sz="16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rgbClr val="00B0F0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rgbClr val="00B0F0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rgbClr val="00B0F0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rgbClr val="00B0F0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2" name="Google Shape;52;p70"/>
          <p:cNvSpPr txBox="1"/>
          <p:nvPr>
            <p:ph idx="6" type="body"/>
          </p:nvPr>
        </p:nvSpPr>
        <p:spPr>
          <a:xfrm>
            <a:off x="9347200" y="6156325"/>
            <a:ext cx="2006600" cy="33655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None/>
              <a:defRPr/>
            </a:lvl1pPr>
            <a:lvl2pPr indent="-356616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2pPr>
            <a:lvl3pPr indent="-35433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3" name="Google Shape;53;p70"/>
          <p:cNvSpPr txBox="1"/>
          <p:nvPr>
            <p:ph idx="7" type="body"/>
          </p:nvPr>
        </p:nvSpPr>
        <p:spPr>
          <a:xfrm>
            <a:off x="800099" y="3740943"/>
            <a:ext cx="10553701" cy="45719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None/>
              <a:defRPr/>
            </a:lvl1pPr>
            <a:lvl2pPr indent="-356616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2pPr>
            <a:lvl3pPr indent="-35433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4" name="Google Shape;54;p70"/>
          <p:cNvSpPr txBox="1"/>
          <p:nvPr>
            <p:ph idx="8" type="body"/>
          </p:nvPr>
        </p:nvSpPr>
        <p:spPr>
          <a:xfrm>
            <a:off x="759144" y="6156325"/>
            <a:ext cx="1734820" cy="322263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None/>
              <a:defRPr/>
            </a:lvl1pPr>
            <a:lvl2pPr indent="-356616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2pPr>
            <a:lvl3pPr indent="-35433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- Option 4A" showMasterSp="0">
  <p:cSld name="Title Slide - Option 4A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71"/>
          <p:cNvSpPr txBox="1"/>
          <p:nvPr>
            <p:ph idx="1" type="body"/>
          </p:nvPr>
        </p:nvSpPr>
        <p:spPr>
          <a:xfrm>
            <a:off x="800100" y="638271"/>
            <a:ext cx="6449112" cy="22465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8C1515"/>
              </a:buClr>
              <a:buSzPts val="4800"/>
              <a:buFont typeface="Lato"/>
              <a:buNone/>
              <a:defRPr b="1" sz="4800">
                <a:solidFill>
                  <a:srgbClr val="8C1515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57" name="Google Shape;57;p71"/>
          <p:cNvCxnSpPr/>
          <p:nvPr/>
        </p:nvCxnSpPr>
        <p:spPr>
          <a:xfrm>
            <a:off x="0" y="5868971"/>
            <a:ext cx="12192000" cy="0"/>
          </a:xfrm>
          <a:prstGeom prst="straightConnector1">
            <a:avLst/>
          </a:prstGeom>
          <a:noFill/>
          <a:ln cap="flat" cmpd="sng" w="9525">
            <a:solidFill>
              <a:srgbClr val="3F3F3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58" name="Google Shape;58;p71"/>
          <p:cNvSpPr txBox="1"/>
          <p:nvPr>
            <p:ph idx="2" type="body"/>
          </p:nvPr>
        </p:nvSpPr>
        <p:spPr>
          <a:xfrm>
            <a:off x="800100" y="2903265"/>
            <a:ext cx="6553200" cy="50540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Lato"/>
              <a:buNone/>
              <a:defRPr sz="2800">
                <a:solidFill>
                  <a:srgbClr val="3F3F3F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9" name="Google Shape;59;p71"/>
          <p:cNvSpPr txBox="1"/>
          <p:nvPr>
            <p:ph idx="3" type="body"/>
          </p:nvPr>
        </p:nvSpPr>
        <p:spPr>
          <a:xfrm>
            <a:off x="800100" y="3836713"/>
            <a:ext cx="6553200" cy="41634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Lato"/>
              <a:buNone/>
              <a:defRPr sz="1800">
                <a:solidFill>
                  <a:srgbClr val="3F3F3F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0" name="Google Shape;60;p71"/>
          <p:cNvSpPr txBox="1"/>
          <p:nvPr>
            <p:ph idx="4" type="body"/>
          </p:nvPr>
        </p:nvSpPr>
        <p:spPr>
          <a:xfrm>
            <a:off x="800100" y="4260940"/>
            <a:ext cx="6553200" cy="4163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Lato"/>
              <a:buNone/>
              <a:defRPr b="0" i="0" sz="1800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rgbClr val="00B0F0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rgbClr val="00B0F0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rgbClr val="00B0F0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rgbClr val="00B0F0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61" name="Google Shape;61;p7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9786" y="6147835"/>
            <a:ext cx="1734821" cy="331193"/>
          </a:xfrm>
          <a:prstGeom prst="rect">
            <a:avLst/>
          </a:prstGeom>
          <a:noFill/>
          <a:ln>
            <a:noFill/>
          </a:ln>
        </p:spPr>
      </p:pic>
      <p:pic>
        <p:nvPicPr>
          <p:cNvPr id="62" name="Google Shape;62;p7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346869" y="6156021"/>
            <a:ext cx="2022942" cy="3371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4632">
          <p15:clr>
            <a:srgbClr val="FBAE40"/>
          </p15:clr>
        </p15:guide>
        <p15:guide id="2" orient="horz" pos="2160">
          <p15:clr>
            <a:srgbClr val="FBAE40"/>
          </p15:clr>
        </p15:guide>
        <p15:guide id="3" orient="horz" pos="3696">
          <p15:clr>
            <a:srgbClr val="FBAE40"/>
          </p15:clr>
        </p15:guide>
        <p15:guide id="4" orient="horz" pos="26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- Option 4B" showMasterSp="0">
  <p:cSld name="Title Slide - Option 4B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Google Shape;64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9786" y="6147835"/>
            <a:ext cx="1734821" cy="331193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72"/>
          <p:cNvSpPr txBox="1"/>
          <p:nvPr>
            <p:ph idx="1" type="body"/>
          </p:nvPr>
        </p:nvSpPr>
        <p:spPr>
          <a:xfrm>
            <a:off x="800100" y="638271"/>
            <a:ext cx="6449112" cy="22465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8C1515"/>
              </a:buClr>
              <a:buSzPts val="4800"/>
              <a:buFont typeface="Lato"/>
              <a:buNone/>
              <a:defRPr b="1" sz="4800">
                <a:solidFill>
                  <a:srgbClr val="8C1515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66" name="Google Shape;66;p72"/>
          <p:cNvCxnSpPr/>
          <p:nvPr/>
        </p:nvCxnSpPr>
        <p:spPr>
          <a:xfrm>
            <a:off x="0" y="5868971"/>
            <a:ext cx="12192000" cy="0"/>
          </a:xfrm>
          <a:prstGeom prst="straightConnector1">
            <a:avLst/>
          </a:prstGeom>
          <a:noFill/>
          <a:ln cap="flat" cmpd="sng" w="9525">
            <a:solidFill>
              <a:srgbClr val="3F3F3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67" name="Google Shape;67;p72"/>
          <p:cNvSpPr txBox="1"/>
          <p:nvPr>
            <p:ph idx="2" type="body"/>
          </p:nvPr>
        </p:nvSpPr>
        <p:spPr>
          <a:xfrm>
            <a:off x="800100" y="2903265"/>
            <a:ext cx="6553200" cy="50540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Lato"/>
              <a:buNone/>
              <a:defRPr sz="2800">
                <a:solidFill>
                  <a:srgbClr val="3F3F3F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8" name="Google Shape;68;p72"/>
          <p:cNvSpPr txBox="1"/>
          <p:nvPr>
            <p:ph idx="3" type="body"/>
          </p:nvPr>
        </p:nvSpPr>
        <p:spPr>
          <a:xfrm>
            <a:off x="800100" y="3836713"/>
            <a:ext cx="6553200" cy="41634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Lato"/>
              <a:buNone/>
              <a:defRPr sz="1800">
                <a:solidFill>
                  <a:srgbClr val="3F3F3F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9" name="Google Shape;69;p72"/>
          <p:cNvSpPr txBox="1"/>
          <p:nvPr>
            <p:ph idx="4" type="body"/>
          </p:nvPr>
        </p:nvSpPr>
        <p:spPr>
          <a:xfrm>
            <a:off x="800100" y="4260940"/>
            <a:ext cx="6553200" cy="4163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Lato"/>
              <a:buNone/>
              <a:defRPr b="0" i="0" sz="1800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rgbClr val="00B0F0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rgbClr val="00B0F0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rgbClr val="00B0F0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rgbClr val="00B0F0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70" name="Google Shape;70;p7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346869" y="6156021"/>
            <a:ext cx="2022942" cy="3371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4632">
          <p15:clr>
            <a:srgbClr val="FBAE40"/>
          </p15:clr>
        </p15:guide>
        <p15:guide id="2" orient="horz" pos="2160">
          <p15:clr>
            <a:srgbClr val="FBAE40"/>
          </p15:clr>
        </p15:guide>
        <p15:guide id="3" orient="horz" pos="3696">
          <p15:clr>
            <a:srgbClr val="FBAE40"/>
          </p15:clr>
        </p15:guide>
        <p15:guide id="4" orient="horz" pos="26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- Option 4C" showMasterSp="0">
  <p:cSld name="Title Slide - Option 4C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9786" y="6147835"/>
            <a:ext cx="1734821" cy="331193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73"/>
          <p:cNvSpPr txBox="1"/>
          <p:nvPr>
            <p:ph idx="1" type="body"/>
          </p:nvPr>
        </p:nvSpPr>
        <p:spPr>
          <a:xfrm>
            <a:off x="800100" y="638271"/>
            <a:ext cx="6449112" cy="22465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8C1515"/>
              </a:buClr>
              <a:buSzPts val="4800"/>
              <a:buFont typeface="Lato"/>
              <a:buNone/>
              <a:defRPr b="1" sz="4800">
                <a:solidFill>
                  <a:srgbClr val="8C1515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74" name="Google Shape;74;p73"/>
          <p:cNvCxnSpPr/>
          <p:nvPr/>
        </p:nvCxnSpPr>
        <p:spPr>
          <a:xfrm>
            <a:off x="0" y="5868971"/>
            <a:ext cx="12192000" cy="0"/>
          </a:xfrm>
          <a:prstGeom prst="straightConnector1">
            <a:avLst/>
          </a:prstGeom>
          <a:noFill/>
          <a:ln cap="flat" cmpd="sng" w="9525">
            <a:solidFill>
              <a:srgbClr val="3F3F3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75" name="Google Shape;75;p73"/>
          <p:cNvSpPr txBox="1"/>
          <p:nvPr>
            <p:ph idx="2" type="body"/>
          </p:nvPr>
        </p:nvSpPr>
        <p:spPr>
          <a:xfrm>
            <a:off x="800100" y="2903265"/>
            <a:ext cx="6553200" cy="50540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Lato"/>
              <a:buNone/>
              <a:defRPr sz="2800">
                <a:solidFill>
                  <a:srgbClr val="3F3F3F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6" name="Google Shape;76;p73"/>
          <p:cNvSpPr txBox="1"/>
          <p:nvPr>
            <p:ph idx="3" type="body"/>
          </p:nvPr>
        </p:nvSpPr>
        <p:spPr>
          <a:xfrm>
            <a:off x="800100" y="3836713"/>
            <a:ext cx="6553200" cy="41634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Lato"/>
              <a:buNone/>
              <a:defRPr sz="1800">
                <a:solidFill>
                  <a:srgbClr val="3F3F3F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73"/>
          <p:cNvSpPr txBox="1"/>
          <p:nvPr>
            <p:ph idx="4" type="body"/>
          </p:nvPr>
        </p:nvSpPr>
        <p:spPr>
          <a:xfrm>
            <a:off x="800100" y="4260940"/>
            <a:ext cx="6553200" cy="4163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Lato"/>
              <a:buNone/>
              <a:defRPr b="0" i="0" sz="1800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rgbClr val="00B0F0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rgbClr val="00B0F0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rgbClr val="00B0F0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rgbClr val="00B0F0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78" name="Google Shape;78;p7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346869" y="6156021"/>
            <a:ext cx="2022942" cy="3371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4632">
          <p15:clr>
            <a:srgbClr val="FBAE40"/>
          </p15:clr>
        </p15:guide>
        <p15:guide id="2" orient="horz" pos="2160">
          <p15:clr>
            <a:srgbClr val="FBAE40"/>
          </p15:clr>
        </p15:guide>
        <p15:guide id="3" orient="horz" pos="3696">
          <p15:clr>
            <a:srgbClr val="FBAE40"/>
          </p15:clr>
        </p15:guide>
        <p15:guide id="4" orient="horz" pos="26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- Option 5" showMasterSp="0">
  <p:cSld name="Title Slide - Option 5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74"/>
          <p:cNvSpPr txBox="1"/>
          <p:nvPr>
            <p:ph idx="1" type="body"/>
          </p:nvPr>
        </p:nvSpPr>
        <p:spPr>
          <a:xfrm>
            <a:off x="800099" y="647700"/>
            <a:ext cx="7013041" cy="219944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Lato"/>
              <a:buNone/>
              <a:defRPr b="1" i="0" sz="4800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74"/>
          <p:cNvSpPr txBox="1"/>
          <p:nvPr>
            <p:ph idx="2" type="body"/>
          </p:nvPr>
        </p:nvSpPr>
        <p:spPr>
          <a:xfrm>
            <a:off x="800100" y="2884411"/>
            <a:ext cx="7013040" cy="50540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8C1515"/>
              </a:buClr>
              <a:buSzPts val="2800"/>
              <a:buFont typeface="Lato"/>
              <a:buNone/>
              <a:defRPr sz="2800">
                <a:solidFill>
                  <a:srgbClr val="8C1515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74"/>
          <p:cNvSpPr txBox="1"/>
          <p:nvPr>
            <p:ph idx="3" type="body"/>
          </p:nvPr>
        </p:nvSpPr>
        <p:spPr>
          <a:xfrm>
            <a:off x="800099" y="3845860"/>
            <a:ext cx="7013041" cy="39547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Lato"/>
              <a:buNone/>
              <a:defRPr sz="1800">
                <a:solidFill>
                  <a:srgbClr val="3F3F3F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3" name="Google Shape;83;p74"/>
          <p:cNvSpPr txBox="1"/>
          <p:nvPr>
            <p:ph idx="4" type="body"/>
          </p:nvPr>
        </p:nvSpPr>
        <p:spPr>
          <a:xfrm>
            <a:off x="800098" y="4241336"/>
            <a:ext cx="7013041" cy="39547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8C1515"/>
              </a:buClr>
              <a:buSzPts val="1800"/>
              <a:buFont typeface="Lato"/>
              <a:buNone/>
              <a:defRPr b="0" i="0" sz="1800">
                <a:solidFill>
                  <a:srgbClr val="8C1515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rgbClr val="00B0F0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rgbClr val="00B0F0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rgbClr val="00B0F0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rgbClr val="00B0F0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84" name="Google Shape;84;p7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9786" y="6147835"/>
            <a:ext cx="1734821" cy="331193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7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295982" y="6156021"/>
            <a:ext cx="2022942" cy="3371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- Option 6" showMasterSp="0">
  <p:cSld name="Title Slide - Option 6">
    <p:bg>
      <p:bgPr>
        <a:solidFill>
          <a:srgbClr val="D4D1D1"/>
        </a:solidFill>
      </p:bgPr>
    </p:bg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75"/>
          <p:cNvSpPr txBox="1"/>
          <p:nvPr>
            <p:ph idx="1" type="body"/>
          </p:nvPr>
        </p:nvSpPr>
        <p:spPr>
          <a:xfrm>
            <a:off x="800099" y="487442"/>
            <a:ext cx="6210301" cy="22465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Lato"/>
              <a:buNone/>
              <a:defRPr sz="4800">
                <a:solidFill>
                  <a:srgbClr val="3F3F3F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8" name="Google Shape;88;p75"/>
          <p:cNvSpPr txBox="1"/>
          <p:nvPr>
            <p:ph idx="2" type="body"/>
          </p:nvPr>
        </p:nvSpPr>
        <p:spPr>
          <a:xfrm>
            <a:off x="800100" y="2903265"/>
            <a:ext cx="5947562" cy="50540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8C1515"/>
              </a:buClr>
              <a:buSzPts val="2800"/>
              <a:buFont typeface="Lato"/>
              <a:buNone/>
              <a:defRPr sz="2800">
                <a:solidFill>
                  <a:srgbClr val="8C1515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9" name="Google Shape;89;p75"/>
          <p:cNvSpPr txBox="1"/>
          <p:nvPr>
            <p:ph idx="3" type="body"/>
          </p:nvPr>
        </p:nvSpPr>
        <p:spPr>
          <a:xfrm>
            <a:off x="800100" y="4413375"/>
            <a:ext cx="5947564" cy="3742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Lato"/>
              <a:buNone/>
              <a:defRPr sz="1800">
                <a:solidFill>
                  <a:srgbClr val="3F3F3F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0" name="Google Shape;90;p75"/>
          <p:cNvSpPr txBox="1"/>
          <p:nvPr>
            <p:ph idx="4" type="body"/>
          </p:nvPr>
        </p:nvSpPr>
        <p:spPr>
          <a:xfrm>
            <a:off x="800097" y="4806484"/>
            <a:ext cx="5947565" cy="3742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200"/>
              <a:buFont typeface="Lato Black"/>
              <a:buNone/>
              <a:defRPr b="1" i="0" sz="1200">
                <a:solidFill>
                  <a:srgbClr val="3F3F3F"/>
                </a:solidFill>
                <a:latin typeface="Lato Black"/>
                <a:ea typeface="Lato Black"/>
                <a:cs typeface="Lato Black"/>
                <a:sym typeface="Lato Black"/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rgbClr val="00B0F0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rgbClr val="00B0F0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rgbClr val="00B0F0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rgbClr val="00B0F0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91" name="Google Shape;91;p75"/>
          <p:cNvCxnSpPr/>
          <p:nvPr/>
        </p:nvCxnSpPr>
        <p:spPr>
          <a:xfrm>
            <a:off x="0" y="4191000"/>
            <a:ext cx="7340828" cy="0"/>
          </a:xfrm>
          <a:prstGeom prst="straightConnector1">
            <a:avLst/>
          </a:prstGeom>
          <a:noFill/>
          <a:ln cap="flat" cmpd="sng" w="9525">
            <a:solidFill>
              <a:srgbClr val="3F3F3F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92" name="Google Shape;92;p75"/>
          <p:cNvCxnSpPr/>
          <p:nvPr/>
        </p:nvCxnSpPr>
        <p:spPr>
          <a:xfrm>
            <a:off x="0" y="5868971"/>
            <a:ext cx="12192000" cy="0"/>
          </a:xfrm>
          <a:prstGeom prst="straightConnector1">
            <a:avLst/>
          </a:prstGeom>
          <a:noFill/>
          <a:ln cap="flat" cmpd="sng" w="9525">
            <a:solidFill>
              <a:srgbClr val="3F3F3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93" name="Google Shape;93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59786" y="6147835"/>
            <a:ext cx="1734821" cy="331193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7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346869" y="6156021"/>
            <a:ext cx="2022942" cy="337157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75"/>
          <p:cNvSpPr/>
          <p:nvPr>
            <p:ph idx="5" type="pic"/>
          </p:nvPr>
        </p:nvSpPr>
        <p:spPr>
          <a:xfrm>
            <a:off x="7340826" y="0"/>
            <a:ext cx="4851173" cy="5868988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4632">
          <p15:clr>
            <a:srgbClr val="FBAE40"/>
          </p15:clr>
        </p15:guide>
        <p15:guide id="2" orient="horz" pos="2160">
          <p15:clr>
            <a:srgbClr val="FBAE40"/>
          </p15:clr>
        </p15:guide>
        <p15:guide id="3" orient="horz" pos="3696">
          <p15:clr>
            <a:srgbClr val="FBAE40"/>
          </p15:clr>
        </p15:guide>
        <p15:guide id="4" orient="horz" pos="26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- Option 4A - Printable" showMasterSp="0">
  <p:cSld name="Title Slide - Option 4A - Printab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76"/>
          <p:cNvSpPr txBox="1"/>
          <p:nvPr>
            <p:ph idx="1" type="body"/>
          </p:nvPr>
        </p:nvSpPr>
        <p:spPr>
          <a:xfrm>
            <a:off x="800100" y="638271"/>
            <a:ext cx="6449112" cy="22465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8C1515"/>
              </a:buClr>
              <a:buSzPts val="4800"/>
              <a:buFont typeface="Lato"/>
              <a:buNone/>
              <a:defRPr b="1" sz="4800">
                <a:solidFill>
                  <a:srgbClr val="8C1515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98" name="Google Shape;98;p76"/>
          <p:cNvCxnSpPr/>
          <p:nvPr/>
        </p:nvCxnSpPr>
        <p:spPr>
          <a:xfrm>
            <a:off x="0" y="5868971"/>
            <a:ext cx="12192000" cy="0"/>
          </a:xfrm>
          <a:prstGeom prst="straightConnector1">
            <a:avLst/>
          </a:prstGeom>
          <a:noFill/>
          <a:ln cap="flat" cmpd="sng" w="9525">
            <a:solidFill>
              <a:srgbClr val="3F3F3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99" name="Google Shape;99;p76"/>
          <p:cNvSpPr txBox="1"/>
          <p:nvPr>
            <p:ph idx="2" type="body"/>
          </p:nvPr>
        </p:nvSpPr>
        <p:spPr>
          <a:xfrm>
            <a:off x="800100" y="2903265"/>
            <a:ext cx="6553200" cy="50540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Lato"/>
              <a:buNone/>
              <a:defRPr sz="2800">
                <a:solidFill>
                  <a:srgbClr val="3F3F3F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0" name="Google Shape;100;p76"/>
          <p:cNvSpPr txBox="1"/>
          <p:nvPr>
            <p:ph idx="3" type="body"/>
          </p:nvPr>
        </p:nvSpPr>
        <p:spPr>
          <a:xfrm>
            <a:off x="800100" y="3836713"/>
            <a:ext cx="6553200" cy="41634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Lato"/>
              <a:buNone/>
              <a:defRPr sz="1800">
                <a:solidFill>
                  <a:srgbClr val="3F3F3F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1" name="Google Shape;101;p76"/>
          <p:cNvSpPr txBox="1"/>
          <p:nvPr>
            <p:ph idx="4" type="body"/>
          </p:nvPr>
        </p:nvSpPr>
        <p:spPr>
          <a:xfrm>
            <a:off x="800100" y="4260940"/>
            <a:ext cx="6553200" cy="4163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Lato"/>
              <a:buNone/>
              <a:defRPr b="0" i="0" sz="1800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rgbClr val="00B0F0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rgbClr val="00B0F0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rgbClr val="00B0F0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rgbClr val="00B0F0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02" name="Google Shape;102;p7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9786" y="6147835"/>
            <a:ext cx="1734821" cy="33119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7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346869" y="6156021"/>
            <a:ext cx="2022942" cy="3371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4632">
          <p15:clr>
            <a:srgbClr val="FBAE40"/>
          </p15:clr>
        </p15:guide>
        <p15:guide id="2" orient="horz" pos="2160">
          <p15:clr>
            <a:srgbClr val="FBAE40"/>
          </p15:clr>
        </p15:guide>
        <p15:guide id="3" orient="horz" pos="3696">
          <p15:clr>
            <a:srgbClr val="FBAE40"/>
          </p15:clr>
        </p15:guide>
        <p15:guide id="4" orient="horz" pos="26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- Option 6 - Printable" showMasterSp="0">
  <p:cSld name="Title Slide - Option 6 - Printable">
    <p:bg>
      <p:bgPr>
        <a:solidFill>
          <a:schemeClr val="lt1"/>
        </a:solidFill>
      </p:bgPr>
    </p:bg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77"/>
          <p:cNvSpPr txBox="1"/>
          <p:nvPr>
            <p:ph idx="1" type="body"/>
          </p:nvPr>
        </p:nvSpPr>
        <p:spPr>
          <a:xfrm>
            <a:off x="800099" y="487442"/>
            <a:ext cx="5947565" cy="22465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Lato"/>
              <a:buNone/>
              <a:defRPr b="1" sz="4800">
                <a:solidFill>
                  <a:srgbClr val="3F3F3F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6" name="Google Shape;106;p77"/>
          <p:cNvSpPr txBox="1"/>
          <p:nvPr>
            <p:ph idx="2" type="body"/>
          </p:nvPr>
        </p:nvSpPr>
        <p:spPr>
          <a:xfrm>
            <a:off x="800100" y="2903265"/>
            <a:ext cx="5947562" cy="50540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8C1515"/>
              </a:buClr>
              <a:buSzPts val="2800"/>
              <a:buFont typeface="Lato"/>
              <a:buNone/>
              <a:defRPr sz="2800">
                <a:solidFill>
                  <a:srgbClr val="8C1515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7" name="Google Shape;107;p77"/>
          <p:cNvSpPr txBox="1"/>
          <p:nvPr>
            <p:ph idx="3" type="body"/>
          </p:nvPr>
        </p:nvSpPr>
        <p:spPr>
          <a:xfrm>
            <a:off x="800100" y="4413375"/>
            <a:ext cx="5947564" cy="3742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Lato"/>
              <a:buNone/>
              <a:defRPr sz="1800">
                <a:solidFill>
                  <a:srgbClr val="3F3F3F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77"/>
          <p:cNvSpPr txBox="1"/>
          <p:nvPr>
            <p:ph idx="4" type="body"/>
          </p:nvPr>
        </p:nvSpPr>
        <p:spPr>
          <a:xfrm>
            <a:off x="800097" y="4806484"/>
            <a:ext cx="5947565" cy="3742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200"/>
              <a:buFont typeface="Lato Black"/>
              <a:buNone/>
              <a:defRPr b="1" i="0" sz="1200">
                <a:solidFill>
                  <a:srgbClr val="3F3F3F"/>
                </a:solidFill>
                <a:latin typeface="Lato Black"/>
                <a:ea typeface="Lato Black"/>
                <a:cs typeface="Lato Black"/>
                <a:sym typeface="Lato Black"/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rgbClr val="00B0F0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rgbClr val="00B0F0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rgbClr val="00B0F0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rgbClr val="00B0F0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109" name="Google Shape;109;p77"/>
          <p:cNvCxnSpPr/>
          <p:nvPr/>
        </p:nvCxnSpPr>
        <p:spPr>
          <a:xfrm>
            <a:off x="0" y="4191000"/>
            <a:ext cx="7340828" cy="0"/>
          </a:xfrm>
          <a:prstGeom prst="straightConnector1">
            <a:avLst/>
          </a:prstGeom>
          <a:noFill/>
          <a:ln cap="flat" cmpd="sng" w="9525">
            <a:solidFill>
              <a:srgbClr val="3F3F3F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10" name="Google Shape;110;p77"/>
          <p:cNvCxnSpPr/>
          <p:nvPr/>
        </p:nvCxnSpPr>
        <p:spPr>
          <a:xfrm>
            <a:off x="0" y="5868971"/>
            <a:ext cx="12192000" cy="0"/>
          </a:xfrm>
          <a:prstGeom prst="straightConnector1">
            <a:avLst/>
          </a:prstGeom>
          <a:noFill/>
          <a:ln cap="flat" cmpd="sng" w="9525">
            <a:solidFill>
              <a:srgbClr val="3F3F3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11" name="Google Shape;111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59786" y="6147835"/>
            <a:ext cx="1734821" cy="331193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7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346869" y="6156021"/>
            <a:ext cx="2022942" cy="337157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77"/>
          <p:cNvSpPr/>
          <p:nvPr>
            <p:ph idx="5" type="pic"/>
          </p:nvPr>
        </p:nvSpPr>
        <p:spPr>
          <a:xfrm>
            <a:off x="7340826" y="0"/>
            <a:ext cx="4851173" cy="5868988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4632">
          <p15:clr>
            <a:srgbClr val="FBAE40"/>
          </p15:clr>
        </p15:guide>
        <p15:guide id="2" orient="horz" pos="2160">
          <p15:clr>
            <a:srgbClr val="FBAE40"/>
          </p15:clr>
        </p15:guide>
        <p15:guide id="3" orient="horz" pos="3696">
          <p15:clr>
            <a:srgbClr val="FBAE40"/>
          </p15:clr>
        </p15:guide>
        <p15:guide id="4" orient="horz" pos="26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Layout">
  <p:cSld name="Blank Layout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7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C1515"/>
              </a:buClr>
              <a:buSzPts val="4800"/>
              <a:buFont typeface="Lato"/>
              <a:buNone/>
              <a:defRPr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6" name="Google Shape;116;p78"/>
          <p:cNvSpPr txBox="1"/>
          <p:nvPr>
            <p:ph idx="1" type="body"/>
          </p:nvPr>
        </p:nvSpPr>
        <p:spPr>
          <a:xfrm>
            <a:off x="838200" y="1819275"/>
            <a:ext cx="10515600" cy="4560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None/>
              <a:defRPr/>
            </a:lvl1pPr>
            <a:lvl2pPr indent="-356616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2pPr>
            <a:lvl3pPr indent="-35433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- Option 1">
  <p:cSld name="Agenda - Option 1"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2"/>
          <p:cNvSpPr txBox="1"/>
          <p:nvPr>
            <p:ph type="title"/>
          </p:nvPr>
        </p:nvSpPr>
        <p:spPr>
          <a:xfrm>
            <a:off x="800100" y="636586"/>
            <a:ext cx="3411930" cy="111601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C1515"/>
              </a:buClr>
              <a:buSzPts val="3600"/>
              <a:buFont typeface="Lato"/>
              <a:buNone/>
              <a:defRPr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4" name="Google Shape;124;p62"/>
          <p:cNvSpPr txBox="1"/>
          <p:nvPr>
            <p:ph idx="1" type="body"/>
          </p:nvPr>
        </p:nvSpPr>
        <p:spPr>
          <a:xfrm>
            <a:off x="4403687" y="723007"/>
            <a:ext cx="3384626" cy="3984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2000"/>
              <a:buFont typeface="Lato"/>
              <a:buNone/>
              <a:defRPr sz="2000">
                <a:solidFill>
                  <a:srgbClr val="B83A4B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7084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240"/>
              <a:buChar char="•"/>
              <a:defRPr sz="2000">
                <a:latin typeface="Lato"/>
                <a:ea typeface="Lato"/>
                <a:cs typeface="Lato"/>
                <a:sym typeface="Lato"/>
              </a:defRPr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5" name="Google Shape;125;p62"/>
          <p:cNvSpPr txBox="1"/>
          <p:nvPr>
            <p:ph idx="2" type="body"/>
          </p:nvPr>
        </p:nvSpPr>
        <p:spPr>
          <a:xfrm>
            <a:off x="4403687" y="2270224"/>
            <a:ext cx="3384626" cy="3984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2000"/>
              <a:buFont typeface="Lato"/>
              <a:buNone/>
              <a:defRPr sz="2000">
                <a:solidFill>
                  <a:srgbClr val="B83A4B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7084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240"/>
              <a:buChar char="•"/>
              <a:defRPr sz="2000">
                <a:latin typeface="Lato"/>
                <a:ea typeface="Lato"/>
                <a:cs typeface="Lato"/>
                <a:sym typeface="Lato"/>
              </a:defRPr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6" name="Google Shape;126;p62"/>
          <p:cNvSpPr txBox="1"/>
          <p:nvPr>
            <p:ph idx="3" type="body"/>
          </p:nvPr>
        </p:nvSpPr>
        <p:spPr>
          <a:xfrm>
            <a:off x="4403687" y="3798312"/>
            <a:ext cx="3384626" cy="3984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2000"/>
              <a:buFont typeface="Lato"/>
              <a:buNone/>
              <a:defRPr sz="2000">
                <a:solidFill>
                  <a:srgbClr val="B83A4B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7084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240"/>
              <a:buChar char="•"/>
              <a:defRPr sz="2000">
                <a:latin typeface="Lato"/>
                <a:ea typeface="Lato"/>
                <a:cs typeface="Lato"/>
                <a:sym typeface="Lato"/>
              </a:defRPr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62"/>
          <p:cNvSpPr txBox="1"/>
          <p:nvPr>
            <p:ph idx="4" type="body"/>
          </p:nvPr>
        </p:nvSpPr>
        <p:spPr>
          <a:xfrm>
            <a:off x="7979932" y="711892"/>
            <a:ext cx="3384626" cy="3984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2000"/>
              <a:buFont typeface="Lato"/>
              <a:buNone/>
              <a:defRPr sz="2000">
                <a:solidFill>
                  <a:srgbClr val="B83A4B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7084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240"/>
              <a:buChar char="•"/>
              <a:defRPr sz="2000">
                <a:latin typeface="Lato"/>
                <a:ea typeface="Lato"/>
                <a:cs typeface="Lato"/>
                <a:sym typeface="Lato"/>
              </a:defRPr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8" name="Google Shape;128;p62"/>
          <p:cNvSpPr txBox="1"/>
          <p:nvPr>
            <p:ph idx="5" type="body"/>
          </p:nvPr>
        </p:nvSpPr>
        <p:spPr>
          <a:xfrm>
            <a:off x="7979932" y="2259109"/>
            <a:ext cx="3384626" cy="3984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2000"/>
              <a:buFont typeface="Lato"/>
              <a:buNone/>
              <a:defRPr sz="2000">
                <a:solidFill>
                  <a:srgbClr val="B83A4B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7084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240"/>
              <a:buChar char="•"/>
              <a:defRPr sz="2000">
                <a:latin typeface="Lato"/>
                <a:ea typeface="Lato"/>
                <a:cs typeface="Lato"/>
                <a:sym typeface="Lato"/>
              </a:defRPr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9" name="Google Shape;129;p62"/>
          <p:cNvSpPr txBox="1"/>
          <p:nvPr>
            <p:ph idx="6" type="body"/>
          </p:nvPr>
        </p:nvSpPr>
        <p:spPr>
          <a:xfrm>
            <a:off x="7979932" y="3787197"/>
            <a:ext cx="3384626" cy="3984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2000"/>
              <a:buFont typeface="Lato"/>
              <a:buNone/>
              <a:defRPr sz="2000">
                <a:solidFill>
                  <a:srgbClr val="B83A4B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7084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240"/>
              <a:buChar char="•"/>
              <a:defRPr sz="2000">
                <a:latin typeface="Lato"/>
                <a:ea typeface="Lato"/>
                <a:cs typeface="Lato"/>
                <a:sym typeface="Lato"/>
              </a:defRPr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0" name="Google Shape;130;p62"/>
          <p:cNvSpPr txBox="1"/>
          <p:nvPr>
            <p:ph idx="7" type="body"/>
          </p:nvPr>
        </p:nvSpPr>
        <p:spPr>
          <a:xfrm>
            <a:off x="4403725" y="1136987"/>
            <a:ext cx="3384588" cy="11160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600"/>
              <a:buFont typeface="Lato"/>
              <a:buNone/>
              <a:defRPr>
                <a:solidFill>
                  <a:srgbClr val="3F3F3F"/>
                </a:solidFill>
              </a:defRPr>
            </a:lvl1pPr>
            <a:lvl2pPr indent="-356616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1" name="Google Shape;131;p62"/>
          <p:cNvSpPr txBox="1"/>
          <p:nvPr>
            <p:ph idx="8" type="body"/>
          </p:nvPr>
        </p:nvSpPr>
        <p:spPr>
          <a:xfrm>
            <a:off x="4403725" y="2686682"/>
            <a:ext cx="3384588" cy="11160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600"/>
              <a:buFont typeface="Lato"/>
              <a:buNone/>
              <a:defRPr>
                <a:solidFill>
                  <a:srgbClr val="3F3F3F"/>
                </a:solidFill>
              </a:defRPr>
            </a:lvl1pPr>
            <a:lvl2pPr indent="-356616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2" name="Google Shape;132;p62"/>
          <p:cNvSpPr txBox="1"/>
          <p:nvPr>
            <p:ph idx="9" type="body"/>
          </p:nvPr>
        </p:nvSpPr>
        <p:spPr>
          <a:xfrm>
            <a:off x="4403687" y="4218136"/>
            <a:ext cx="3384588" cy="11160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600"/>
              <a:buFont typeface="Lato"/>
              <a:buNone/>
              <a:defRPr>
                <a:solidFill>
                  <a:srgbClr val="3F3F3F"/>
                </a:solidFill>
              </a:defRPr>
            </a:lvl1pPr>
            <a:lvl2pPr indent="-356616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3" name="Google Shape;133;p62"/>
          <p:cNvSpPr txBox="1"/>
          <p:nvPr>
            <p:ph idx="13" type="body"/>
          </p:nvPr>
        </p:nvSpPr>
        <p:spPr>
          <a:xfrm>
            <a:off x="7979970" y="1115645"/>
            <a:ext cx="3384588" cy="11160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600"/>
              <a:buFont typeface="Lato"/>
              <a:buNone/>
              <a:defRPr>
                <a:solidFill>
                  <a:srgbClr val="3F3F3F"/>
                </a:solidFill>
              </a:defRPr>
            </a:lvl1pPr>
            <a:lvl2pPr indent="-356616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4" name="Google Shape;134;p62"/>
          <p:cNvSpPr txBox="1"/>
          <p:nvPr>
            <p:ph idx="14" type="body"/>
          </p:nvPr>
        </p:nvSpPr>
        <p:spPr>
          <a:xfrm>
            <a:off x="7979970" y="2665340"/>
            <a:ext cx="3384588" cy="11160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600"/>
              <a:buFont typeface="Lato"/>
              <a:buNone/>
              <a:defRPr>
                <a:solidFill>
                  <a:srgbClr val="3F3F3F"/>
                </a:solidFill>
              </a:defRPr>
            </a:lvl1pPr>
            <a:lvl2pPr indent="-356616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5" name="Google Shape;135;p62"/>
          <p:cNvSpPr txBox="1"/>
          <p:nvPr>
            <p:ph idx="15" type="body"/>
          </p:nvPr>
        </p:nvSpPr>
        <p:spPr>
          <a:xfrm>
            <a:off x="7979932" y="4196794"/>
            <a:ext cx="3384588" cy="11160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600"/>
              <a:buFont typeface="Lato"/>
              <a:buNone/>
              <a:defRPr>
                <a:solidFill>
                  <a:srgbClr val="3F3F3F"/>
                </a:solidFill>
              </a:defRPr>
            </a:lvl1pPr>
            <a:lvl2pPr indent="-356616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36" name="Google Shape;136;p6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-11652"/>
            <a:ext cx="12192000" cy="209223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62"/>
          <p:cNvSpPr/>
          <p:nvPr/>
        </p:nvSpPr>
        <p:spPr>
          <a:xfrm>
            <a:off x="0" y="-13960"/>
            <a:ext cx="12192000" cy="211532"/>
          </a:xfrm>
          <a:prstGeom prst="rect">
            <a:avLst/>
          </a:prstGeom>
          <a:solidFill>
            <a:srgbClr val="D4D1D1">
              <a:alpha val="25098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62"/>
          <p:cNvSpPr txBox="1"/>
          <p:nvPr>
            <p:ph idx="12" type="sldNum"/>
          </p:nvPr>
        </p:nvSpPr>
        <p:spPr>
          <a:xfrm>
            <a:off x="8610600" y="628282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0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528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Break - Printable">
  <p:cSld name="Section Break - Printab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63"/>
          <p:cNvSpPr txBox="1"/>
          <p:nvPr>
            <p:ph type="title"/>
          </p:nvPr>
        </p:nvSpPr>
        <p:spPr>
          <a:xfrm>
            <a:off x="800100" y="2615992"/>
            <a:ext cx="10553700" cy="12137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C1515"/>
              </a:buClr>
              <a:buSzPts val="3600"/>
              <a:buFont typeface="Lato"/>
              <a:buNone/>
              <a:defRPr b="1">
                <a:solidFill>
                  <a:srgbClr val="8C1515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141" name="Google Shape;141;p63"/>
          <p:cNvCxnSpPr/>
          <p:nvPr/>
        </p:nvCxnSpPr>
        <p:spPr>
          <a:xfrm>
            <a:off x="800100" y="2522007"/>
            <a:ext cx="10553700" cy="0"/>
          </a:xfrm>
          <a:prstGeom prst="straightConnector1">
            <a:avLst/>
          </a:prstGeom>
          <a:noFill/>
          <a:ln cap="flat" cmpd="sng" w="9525">
            <a:solidFill>
              <a:srgbClr val="8C1515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42" name="Google Shape;142;p63"/>
          <p:cNvSpPr txBox="1"/>
          <p:nvPr>
            <p:ph idx="1" type="body"/>
          </p:nvPr>
        </p:nvSpPr>
        <p:spPr>
          <a:xfrm>
            <a:off x="800100" y="1273091"/>
            <a:ext cx="1460711" cy="12430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6000"/>
              <a:buFont typeface="Lato"/>
              <a:buNone/>
              <a:defRPr sz="6000">
                <a:solidFill>
                  <a:srgbClr val="3F3F3F"/>
                </a:solidFill>
              </a:defRPr>
            </a:lvl1pPr>
            <a:lvl2pPr indent="-356616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3" name="Google Shape;143;p63"/>
          <p:cNvSpPr/>
          <p:nvPr/>
        </p:nvSpPr>
        <p:spPr>
          <a:xfrm>
            <a:off x="0" y="-13960"/>
            <a:ext cx="12192000" cy="211532"/>
          </a:xfrm>
          <a:prstGeom prst="rect">
            <a:avLst/>
          </a:prstGeom>
          <a:solidFill>
            <a:srgbClr val="D4D1D1">
              <a:alpha val="25098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63"/>
          <p:cNvSpPr txBox="1"/>
          <p:nvPr>
            <p:ph idx="12" type="sldNum"/>
          </p:nvPr>
        </p:nvSpPr>
        <p:spPr>
          <a:xfrm>
            <a:off x="8610600" y="628282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0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Slide - 1 Column">
  <p:cSld name="Text Slide - 1 Column">
    <p:bg>
      <p:bgPr>
        <a:solidFill>
          <a:schemeClr val="lt1"/>
        </a:solid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64"/>
          <p:cNvSpPr txBox="1"/>
          <p:nvPr>
            <p:ph idx="1" type="body"/>
          </p:nvPr>
        </p:nvSpPr>
        <p:spPr>
          <a:xfrm>
            <a:off x="800100" y="1110216"/>
            <a:ext cx="10553700" cy="3984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2000"/>
              <a:buFont typeface="Lato"/>
              <a:buNone/>
              <a:defRPr sz="2000">
                <a:solidFill>
                  <a:srgbClr val="B83A4B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7084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240"/>
              <a:buChar char="•"/>
              <a:defRPr sz="2000">
                <a:latin typeface="Lato"/>
                <a:ea typeface="Lato"/>
                <a:cs typeface="Lato"/>
                <a:sym typeface="Lato"/>
              </a:defRPr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7" name="Google Shape;147;p64"/>
          <p:cNvSpPr txBox="1"/>
          <p:nvPr>
            <p:ph type="title"/>
          </p:nvPr>
        </p:nvSpPr>
        <p:spPr>
          <a:xfrm>
            <a:off x="800100" y="266701"/>
            <a:ext cx="10553700" cy="6321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C1515"/>
              </a:buClr>
              <a:buSzPts val="3200"/>
              <a:buFont typeface="Lato"/>
              <a:buNone/>
              <a:defRPr b="1"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148" name="Google Shape;148;p64"/>
          <p:cNvCxnSpPr/>
          <p:nvPr/>
        </p:nvCxnSpPr>
        <p:spPr>
          <a:xfrm>
            <a:off x="800100" y="927135"/>
            <a:ext cx="10553700" cy="0"/>
          </a:xfrm>
          <a:prstGeom prst="straightConnector1">
            <a:avLst/>
          </a:prstGeom>
          <a:noFill/>
          <a:ln cap="flat" cmpd="sng" w="9525">
            <a:solidFill>
              <a:srgbClr val="8C1515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49" name="Google Shape;149;p64"/>
          <p:cNvSpPr txBox="1"/>
          <p:nvPr>
            <p:ph idx="2" type="body"/>
          </p:nvPr>
        </p:nvSpPr>
        <p:spPr>
          <a:xfrm>
            <a:off x="800100" y="1605068"/>
            <a:ext cx="10553700" cy="44528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600"/>
              <a:buFont typeface="Lato"/>
              <a:buNone/>
              <a:defRPr>
                <a:solidFill>
                  <a:srgbClr val="3F3F3F"/>
                </a:solidFill>
              </a:defRPr>
            </a:lvl1pPr>
            <a:lvl2pPr indent="-342392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rgbClr val="3F3F3F"/>
                </a:solidFill>
              </a:defRPr>
            </a:lvl2pPr>
            <a:lvl3pPr indent="-34036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rgbClr val="3F3F3F"/>
                </a:solidFill>
              </a:defRPr>
            </a:lvl3pPr>
            <a:lvl4pPr indent="-328168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rgbClr val="3F3F3F"/>
                </a:solidFill>
              </a:defRPr>
            </a:lvl4pPr>
            <a:lvl5pPr indent="-328168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rgbClr val="3F3F3F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0" name="Google Shape;150;p64"/>
          <p:cNvSpPr txBox="1"/>
          <p:nvPr>
            <p:ph idx="12" type="sldNum"/>
          </p:nvPr>
        </p:nvSpPr>
        <p:spPr>
          <a:xfrm>
            <a:off x="8610600" y="628282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0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4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Title and Content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6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048001" y="0"/>
            <a:ext cx="9144025" cy="1252733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9" y="821945"/>
            <a:ext cx="11580392" cy="270256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66"/>
          <p:cNvSpPr txBox="1"/>
          <p:nvPr>
            <p:ph idx="12" type="sldNum"/>
          </p:nvPr>
        </p:nvSpPr>
        <p:spPr>
          <a:xfrm>
            <a:off x="8610600" y="628282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0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5" name="Google Shape;155;p66"/>
          <p:cNvSpPr txBox="1"/>
          <p:nvPr>
            <p:ph type="title"/>
          </p:nvPr>
        </p:nvSpPr>
        <p:spPr>
          <a:xfrm>
            <a:off x="800100" y="636586"/>
            <a:ext cx="10553700" cy="107451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C1515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6" name="Google Shape;156;p66"/>
          <p:cNvSpPr txBox="1"/>
          <p:nvPr>
            <p:ph idx="1" type="body"/>
          </p:nvPr>
        </p:nvSpPr>
        <p:spPr>
          <a:xfrm>
            <a:off x="609600" y="1243584"/>
            <a:ext cx="10811934" cy="506552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981E32"/>
              </a:buClr>
              <a:buSzPts val="1600"/>
              <a:buFont typeface="Lato"/>
              <a:buNone/>
              <a:defRPr/>
            </a:lvl1pPr>
            <a:lvl2pPr indent="-437198" lvl="1" marL="9144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981E32"/>
              </a:buClr>
              <a:buSzPts val="3285"/>
              <a:buChar char="•"/>
              <a:defRPr sz="2933"/>
            </a:lvl2pPr>
            <a:lvl3pPr indent="-34036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rgbClr val="981E32"/>
              </a:buClr>
              <a:buSzPts val="1760"/>
              <a:buChar char="•"/>
              <a:defRPr/>
            </a:lvl3pPr>
            <a:lvl4pPr indent="-399288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rgbClr val="981E32"/>
              </a:buClr>
              <a:buSzPts val="2688"/>
              <a:buChar char="•"/>
              <a:defRPr sz="2400"/>
            </a:lvl4pPr>
            <a:lvl5pPr indent="-380302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rgbClr val="981E32"/>
              </a:buClr>
              <a:buSzPts val="2389"/>
              <a:buChar char="•"/>
              <a:defRPr sz="2133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- Option 4C - Printable" showMasterSp="0">
  <p:cSld name="1_Title Slide - Option 4C - Printab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6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9786" y="6147835"/>
            <a:ext cx="1734821" cy="331193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67"/>
          <p:cNvSpPr txBox="1"/>
          <p:nvPr>
            <p:ph idx="1" type="body"/>
          </p:nvPr>
        </p:nvSpPr>
        <p:spPr>
          <a:xfrm>
            <a:off x="800100" y="638271"/>
            <a:ext cx="6449112" cy="22465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4800"/>
              <a:buFont typeface="Lato"/>
              <a:buNone/>
              <a:defRPr b="1" sz="4800">
                <a:solidFill>
                  <a:srgbClr val="8C1515"/>
                </a:solidFill>
              </a:defRPr>
            </a:lvl1pPr>
            <a:lvl2pPr indent="-342392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160" name="Google Shape;160;p67"/>
          <p:cNvCxnSpPr/>
          <p:nvPr/>
        </p:nvCxnSpPr>
        <p:spPr>
          <a:xfrm>
            <a:off x="0" y="5868971"/>
            <a:ext cx="12192000" cy="0"/>
          </a:xfrm>
          <a:prstGeom prst="straightConnector1">
            <a:avLst/>
          </a:prstGeom>
          <a:noFill/>
          <a:ln cap="flat" cmpd="sng" w="9525">
            <a:solidFill>
              <a:srgbClr val="3F3F3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61" name="Google Shape;161;p67"/>
          <p:cNvSpPr txBox="1"/>
          <p:nvPr>
            <p:ph idx="2" type="body"/>
          </p:nvPr>
        </p:nvSpPr>
        <p:spPr>
          <a:xfrm>
            <a:off x="800100" y="2903265"/>
            <a:ext cx="6553200" cy="50540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2800"/>
              <a:buFont typeface="Lato"/>
              <a:buNone/>
              <a:defRPr sz="2800">
                <a:solidFill>
                  <a:srgbClr val="3F3F3F"/>
                </a:solidFill>
              </a:defRPr>
            </a:lvl1pPr>
            <a:lvl2pPr indent="-342392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2" name="Google Shape;162;p67"/>
          <p:cNvSpPr txBox="1"/>
          <p:nvPr>
            <p:ph idx="3" type="body"/>
          </p:nvPr>
        </p:nvSpPr>
        <p:spPr>
          <a:xfrm>
            <a:off x="800100" y="3836713"/>
            <a:ext cx="6553200" cy="41634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800"/>
              <a:buFont typeface="Lato"/>
              <a:buNone/>
              <a:defRPr sz="1800">
                <a:solidFill>
                  <a:srgbClr val="3F3F3F"/>
                </a:solidFill>
              </a:defRPr>
            </a:lvl1pPr>
            <a:lvl2pPr indent="-342392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3" name="Google Shape;163;p67"/>
          <p:cNvSpPr txBox="1"/>
          <p:nvPr>
            <p:ph idx="4" type="body"/>
          </p:nvPr>
        </p:nvSpPr>
        <p:spPr>
          <a:xfrm>
            <a:off x="800100" y="4260940"/>
            <a:ext cx="6553200" cy="4163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800"/>
              <a:buFont typeface="Lato"/>
              <a:buNone/>
              <a:defRPr b="0" i="0" sz="1800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42392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rgbClr val="00B0F0"/>
                </a:solidFill>
              </a:defRPr>
            </a:lvl2pPr>
            <a:lvl3pPr indent="-34036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rgbClr val="00B0F0"/>
                </a:solidFill>
              </a:defRPr>
            </a:lvl3pPr>
            <a:lvl4pPr indent="-328168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rgbClr val="00B0F0"/>
                </a:solidFill>
              </a:defRPr>
            </a:lvl4pPr>
            <a:lvl5pPr indent="-328168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rgbClr val="00B0F0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64" name="Google Shape;164;p6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346869" y="6156021"/>
            <a:ext cx="2022942" cy="3371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4632">
          <p15:clr>
            <a:srgbClr val="FBAE40"/>
          </p15:clr>
        </p15:guide>
        <p15:guide id="2" orient="horz" pos="2160">
          <p15:clr>
            <a:srgbClr val="FBAE40"/>
          </p15:clr>
        </p15:guide>
        <p15:guide id="3" orient="horz" pos="3696">
          <p15:clr>
            <a:srgbClr val="FBAE40"/>
          </p15:clr>
        </p15:guide>
        <p15:guide id="4" orient="horz" pos="26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- Option 2">
  <p:cSld name="Agenda - Option 2"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79"/>
          <p:cNvSpPr txBox="1"/>
          <p:nvPr>
            <p:ph idx="1" type="body"/>
          </p:nvPr>
        </p:nvSpPr>
        <p:spPr>
          <a:xfrm>
            <a:off x="4383050" y="723007"/>
            <a:ext cx="1712950" cy="32582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400"/>
              <a:buFont typeface="Lato"/>
              <a:buNone/>
              <a:defRPr b="1" i="0" sz="1400">
                <a:solidFill>
                  <a:srgbClr val="B83A4B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24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67" name="Google Shape;167;p79"/>
          <p:cNvSpPr txBox="1"/>
          <p:nvPr>
            <p:ph idx="2" type="body"/>
          </p:nvPr>
        </p:nvSpPr>
        <p:spPr>
          <a:xfrm>
            <a:off x="6096001" y="722981"/>
            <a:ext cx="5295899" cy="32585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SzPts val="1600"/>
              <a:buFont typeface="Lato"/>
              <a:buNone/>
              <a:defRPr b="1" i="0" sz="1600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28600" lvl="1" marL="914400" algn="l">
              <a:lnSpc>
                <a:spcPct val="142857"/>
              </a:lnSpc>
              <a:spcBef>
                <a:spcPts val="500"/>
              </a:spcBef>
              <a:spcAft>
                <a:spcPts val="0"/>
              </a:spcAft>
              <a:buSzPts val="1568"/>
              <a:buNone/>
              <a:defRPr b="0" i="1" sz="1400">
                <a:latin typeface="Montserrat"/>
                <a:ea typeface="Montserrat"/>
                <a:cs typeface="Montserrat"/>
                <a:sym typeface="Montserrat"/>
              </a:defRPr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8" name="Google Shape;168;p79"/>
          <p:cNvSpPr txBox="1"/>
          <p:nvPr>
            <p:ph idx="3" type="body"/>
          </p:nvPr>
        </p:nvSpPr>
        <p:spPr>
          <a:xfrm>
            <a:off x="6096001" y="1048833"/>
            <a:ext cx="5295899" cy="37615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35714"/>
              </a:lnSpc>
              <a:spcBef>
                <a:spcPts val="600"/>
              </a:spcBef>
              <a:spcAft>
                <a:spcPts val="0"/>
              </a:spcAft>
              <a:buSzPts val="1400"/>
              <a:buFont typeface="Lato"/>
              <a:buNone/>
              <a:defRPr b="0" i="0" sz="1400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56616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9" name="Google Shape;169;p79"/>
          <p:cNvSpPr txBox="1"/>
          <p:nvPr>
            <p:ph idx="4" type="body"/>
          </p:nvPr>
        </p:nvSpPr>
        <p:spPr>
          <a:xfrm>
            <a:off x="4383050" y="1520675"/>
            <a:ext cx="1712950" cy="32582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400"/>
              <a:buFont typeface="Lato"/>
              <a:buNone/>
              <a:defRPr b="1" i="0" sz="1400">
                <a:solidFill>
                  <a:srgbClr val="B83A4B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24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70" name="Google Shape;170;p79"/>
          <p:cNvSpPr txBox="1"/>
          <p:nvPr>
            <p:ph idx="5" type="body"/>
          </p:nvPr>
        </p:nvSpPr>
        <p:spPr>
          <a:xfrm>
            <a:off x="6096001" y="1520649"/>
            <a:ext cx="5295899" cy="32585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SzPts val="1600"/>
              <a:buFont typeface="Lato"/>
              <a:buNone/>
              <a:defRPr b="1" i="0" sz="1600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28600" lvl="1" marL="914400" algn="l">
              <a:lnSpc>
                <a:spcPct val="142857"/>
              </a:lnSpc>
              <a:spcBef>
                <a:spcPts val="500"/>
              </a:spcBef>
              <a:spcAft>
                <a:spcPts val="0"/>
              </a:spcAft>
              <a:buSzPts val="1568"/>
              <a:buNone/>
              <a:defRPr b="0" i="1" sz="1400">
                <a:latin typeface="Montserrat"/>
                <a:ea typeface="Montserrat"/>
                <a:cs typeface="Montserrat"/>
                <a:sym typeface="Montserrat"/>
              </a:defRPr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1" name="Google Shape;171;p79"/>
          <p:cNvSpPr txBox="1"/>
          <p:nvPr>
            <p:ph idx="6" type="body"/>
          </p:nvPr>
        </p:nvSpPr>
        <p:spPr>
          <a:xfrm>
            <a:off x="6096001" y="1846501"/>
            <a:ext cx="5295899" cy="37615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35714"/>
              </a:lnSpc>
              <a:spcBef>
                <a:spcPts val="600"/>
              </a:spcBef>
              <a:spcAft>
                <a:spcPts val="0"/>
              </a:spcAft>
              <a:buSzPts val="1400"/>
              <a:buFont typeface="Lato"/>
              <a:buNone/>
              <a:defRPr b="0" i="0" sz="1400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56616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2" name="Google Shape;172;p79"/>
          <p:cNvSpPr txBox="1"/>
          <p:nvPr>
            <p:ph idx="7" type="body"/>
          </p:nvPr>
        </p:nvSpPr>
        <p:spPr>
          <a:xfrm>
            <a:off x="4383050" y="2324828"/>
            <a:ext cx="1712950" cy="32582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400"/>
              <a:buFont typeface="Lato"/>
              <a:buNone/>
              <a:defRPr b="1" i="0" sz="1400">
                <a:solidFill>
                  <a:srgbClr val="B83A4B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24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73" name="Google Shape;173;p79"/>
          <p:cNvSpPr txBox="1"/>
          <p:nvPr>
            <p:ph idx="8" type="body"/>
          </p:nvPr>
        </p:nvSpPr>
        <p:spPr>
          <a:xfrm>
            <a:off x="6096001" y="2324802"/>
            <a:ext cx="5295899" cy="32585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SzPts val="1600"/>
              <a:buFont typeface="Lato"/>
              <a:buNone/>
              <a:defRPr b="1" i="0" sz="1600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28600" lvl="1" marL="914400" algn="l">
              <a:lnSpc>
                <a:spcPct val="142857"/>
              </a:lnSpc>
              <a:spcBef>
                <a:spcPts val="500"/>
              </a:spcBef>
              <a:spcAft>
                <a:spcPts val="0"/>
              </a:spcAft>
              <a:buSzPts val="1568"/>
              <a:buNone/>
              <a:defRPr b="0" i="1" sz="1400">
                <a:latin typeface="Montserrat"/>
                <a:ea typeface="Montserrat"/>
                <a:cs typeface="Montserrat"/>
                <a:sym typeface="Montserrat"/>
              </a:defRPr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4" name="Google Shape;174;p79"/>
          <p:cNvSpPr txBox="1"/>
          <p:nvPr>
            <p:ph idx="9" type="body"/>
          </p:nvPr>
        </p:nvSpPr>
        <p:spPr>
          <a:xfrm>
            <a:off x="6096001" y="2650654"/>
            <a:ext cx="5295899" cy="37615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35714"/>
              </a:lnSpc>
              <a:spcBef>
                <a:spcPts val="600"/>
              </a:spcBef>
              <a:spcAft>
                <a:spcPts val="0"/>
              </a:spcAft>
              <a:buSzPts val="1400"/>
              <a:buFont typeface="Lato"/>
              <a:buNone/>
              <a:defRPr b="0" i="0" sz="1400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56616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5" name="Google Shape;175;p79"/>
          <p:cNvSpPr txBox="1"/>
          <p:nvPr>
            <p:ph idx="13" type="body"/>
          </p:nvPr>
        </p:nvSpPr>
        <p:spPr>
          <a:xfrm>
            <a:off x="4383050" y="3135454"/>
            <a:ext cx="1712950" cy="32582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400"/>
              <a:buFont typeface="Lato"/>
              <a:buNone/>
              <a:defRPr b="1" i="0" sz="1400">
                <a:solidFill>
                  <a:srgbClr val="B83A4B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24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76" name="Google Shape;176;p79"/>
          <p:cNvSpPr txBox="1"/>
          <p:nvPr>
            <p:ph idx="14" type="body"/>
          </p:nvPr>
        </p:nvSpPr>
        <p:spPr>
          <a:xfrm>
            <a:off x="6096001" y="3135428"/>
            <a:ext cx="5295899" cy="32585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SzPts val="1600"/>
              <a:buFont typeface="Lato"/>
              <a:buNone/>
              <a:defRPr b="1" i="0" sz="1600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28600" lvl="1" marL="914400" algn="l">
              <a:lnSpc>
                <a:spcPct val="142857"/>
              </a:lnSpc>
              <a:spcBef>
                <a:spcPts val="500"/>
              </a:spcBef>
              <a:spcAft>
                <a:spcPts val="0"/>
              </a:spcAft>
              <a:buSzPts val="1568"/>
              <a:buNone/>
              <a:defRPr b="0" i="1" sz="1400">
                <a:latin typeface="Montserrat"/>
                <a:ea typeface="Montserrat"/>
                <a:cs typeface="Montserrat"/>
                <a:sym typeface="Montserrat"/>
              </a:defRPr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7" name="Google Shape;177;p79"/>
          <p:cNvSpPr txBox="1"/>
          <p:nvPr>
            <p:ph idx="15" type="body"/>
          </p:nvPr>
        </p:nvSpPr>
        <p:spPr>
          <a:xfrm>
            <a:off x="6096001" y="3461280"/>
            <a:ext cx="5295899" cy="37615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35714"/>
              </a:lnSpc>
              <a:spcBef>
                <a:spcPts val="600"/>
              </a:spcBef>
              <a:spcAft>
                <a:spcPts val="0"/>
              </a:spcAft>
              <a:buSzPts val="1400"/>
              <a:buFont typeface="Lato"/>
              <a:buNone/>
              <a:defRPr b="0" i="0" sz="1400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56616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8" name="Google Shape;178;p79"/>
          <p:cNvSpPr txBox="1"/>
          <p:nvPr>
            <p:ph idx="16" type="body"/>
          </p:nvPr>
        </p:nvSpPr>
        <p:spPr>
          <a:xfrm>
            <a:off x="4383050" y="3946105"/>
            <a:ext cx="1712950" cy="32582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400"/>
              <a:buFont typeface="Lato"/>
              <a:buNone/>
              <a:defRPr b="1" i="0" sz="1400">
                <a:solidFill>
                  <a:srgbClr val="B83A4B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24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79" name="Google Shape;179;p79"/>
          <p:cNvSpPr txBox="1"/>
          <p:nvPr>
            <p:ph idx="17" type="body"/>
          </p:nvPr>
        </p:nvSpPr>
        <p:spPr>
          <a:xfrm>
            <a:off x="6096001" y="3946079"/>
            <a:ext cx="5295899" cy="32585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SzPts val="1600"/>
              <a:buFont typeface="Lato"/>
              <a:buNone/>
              <a:defRPr b="1" i="0" sz="1600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28600" lvl="1" marL="914400" algn="l">
              <a:lnSpc>
                <a:spcPct val="142857"/>
              </a:lnSpc>
              <a:spcBef>
                <a:spcPts val="500"/>
              </a:spcBef>
              <a:spcAft>
                <a:spcPts val="0"/>
              </a:spcAft>
              <a:buSzPts val="1568"/>
              <a:buNone/>
              <a:defRPr b="0" i="1" sz="1400">
                <a:latin typeface="Montserrat"/>
                <a:ea typeface="Montserrat"/>
                <a:cs typeface="Montserrat"/>
                <a:sym typeface="Montserrat"/>
              </a:defRPr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0" name="Google Shape;180;p79"/>
          <p:cNvSpPr txBox="1"/>
          <p:nvPr>
            <p:ph idx="18" type="body"/>
          </p:nvPr>
        </p:nvSpPr>
        <p:spPr>
          <a:xfrm>
            <a:off x="6096001" y="4271931"/>
            <a:ext cx="5295899" cy="37615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35714"/>
              </a:lnSpc>
              <a:spcBef>
                <a:spcPts val="600"/>
              </a:spcBef>
              <a:spcAft>
                <a:spcPts val="0"/>
              </a:spcAft>
              <a:buSzPts val="1400"/>
              <a:buFont typeface="Lato"/>
              <a:buNone/>
              <a:defRPr b="0" i="0" sz="1400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56616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1" name="Google Shape;181;p79"/>
          <p:cNvSpPr txBox="1"/>
          <p:nvPr>
            <p:ph idx="19" type="body"/>
          </p:nvPr>
        </p:nvSpPr>
        <p:spPr>
          <a:xfrm>
            <a:off x="4383050" y="4756743"/>
            <a:ext cx="1712950" cy="32582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400"/>
              <a:buFont typeface="Lato"/>
              <a:buNone/>
              <a:defRPr b="1" i="0" sz="1400">
                <a:solidFill>
                  <a:srgbClr val="B83A4B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24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2" name="Google Shape;182;p79"/>
          <p:cNvSpPr txBox="1"/>
          <p:nvPr>
            <p:ph idx="20" type="body"/>
          </p:nvPr>
        </p:nvSpPr>
        <p:spPr>
          <a:xfrm>
            <a:off x="6096001" y="4756717"/>
            <a:ext cx="5295899" cy="32585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SzPts val="1600"/>
              <a:buFont typeface="Lato"/>
              <a:buNone/>
              <a:defRPr b="1" i="0" sz="1600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28600" lvl="1" marL="914400" algn="l">
              <a:lnSpc>
                <a:spcPct val="142857"/>
              </a:lnSpc>
              <a:spcBef>
                <a:spcPts val="500"/>
              </a:spcBef>
              <a:spcAft>
                <a:spcPts val="0"/>
              </a:spcAft>
              <a:buSzPts val="1568"/>
              <a:buNone/>
              <a:defRPr b="0" i="1" sz="1400">
                <a:latin typeface="Montserrat"/>
                <a:ea typeface="Montserrat"/>
                <a:cs typeface="Montserrat"/>
                <a:sym typeface="Montserrat"/>
              </a:defRPr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3" name="Google Shape;183;p79"/>
          <p:cNvSpPr txBox="1"/>
          <p:nvPr>
            <p:ph idx="21" type="body"/>
          </p:nvPr>
        </p:nvSpPr>
        <p:spPr>
          <a:xfrm>
            <a:off x="6096001" y="5082569"/>
            <a:ext cx="5295899" cy="37615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35714"/>
              </a:lnSpc>
              <a:spcBef>
                <a:spcPts val="600"/>
              </a:spcBef>
              <a:spcAft>
                <a:spcPts val="0"/>
              </a:spcAft>
              <a:buSzPts val="1400"/>
              <a:buFont typeface="Lato"/>
              <a:buNone/>
              <a:defRPr b="0" i="0" sz="1400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56616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4" name="Google Shape;184;p79"/>
          <p:cNvSpPr txBox="1"/>
          <p:nvPr>
            <p:ph type="title"/>
          </p:nvPr>
        </p:nvSpPr>
        <p:spPr>
          <a:xfrm>
            <a:off x="800100" y="636586"/>
            <a:ext cx="3411930" cy="111601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C1515"/>
              </a:buClr>
              <a:buSzPts val="3600"/>
              <a:buFont typeface="Lato"/>
              <a:buNone/>
              <a:defRPr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85" name="Google Shape;185;p7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-11652"/>
            <a:ext cx="12192000" cy="209223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79"/>
          <p:cNvSpPr/>
          <p:nvPr/>
        </p:nvSpPr>
        <p:spPr>
          <a:xfrm>
            <a:off x="0" y="-13960"/>
            <a:ext cx="12192000" cy="211532"/>
          </a:xfrm>
          <a:prstGeom prst="rect">
            <a:avLst/>
          </a:prstGeom>
          <a:solidFill>
            <a:srgbClr val="D4D1D1">
              <a:alpha val="25098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79"/>
          <p:cNvSpPr txBox="1"/>
          <p:nvPr>
            <p:ph idx="12" type="sldNum"/>
          </p:nvPr>
        </p:nvSpPr>
        <p:spPr>
          <a:xfrm>
            <a:off x="8610600" y="628282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0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- Option 3">
  <p:cSld name="Agenda - Option 3"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80"/>
          <p:cNvSpPr txBox="1"/>
          <p:nvPr>
            <p:ph type="title"/>
          </p:nvPr>
        </p:nvSpPr>
        <p:spPr>
          <a:xfrm>
            <a:off x="800100" y="636586"/>
            <a:ext cx="10551391" cy="804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C1515"/>
              </a:buClr>
              <a:buSzPts val="3600"/>
              <a:buFont typeface="Lato"/>
              <a:buNone/>
              <a:defRPr b="1" i="0" sz="3600">
                <a:solidFill>
                  <a:srgbClr val="8C1515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0" name="Google Shape;190;p80"/>
          <p:cNvSpPr txBox="1"/>
          <p:nvPr>
            <p:ph idx="1" type="subTitle"/>
          </p:nvPr>
        </p:nvSpPr>
        <p:spPr>
          <a:xfrm>
            <a:off x="800100" y="1649637"/>
            <a:ext cx="3367809" cy="3258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lvl="0" marR="0" algn="l">
              <a:lnSpc>
                <a:spcPct val="128571"/>
              </a:lnSpc>
              <a:spcBef>
                <a:spcPts val="1000"/>
              </a:spcBef>
              <a:spcAft>
                <a:spcPts val="0"/>
              </a:spcAft>
              <a:buClr>
                <a:srgbClr val="B83A4B"/>
              </a:buClr>
              <a:buSzPts val="1400"/>
              <a:buFont typeface="Arial"/>
              <a:buNone/>
              <a:defRPr b="1" i="0" sz="1400">
                <a:solidFill>
                  <a:srgbClr val="B83A4B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224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cxnSp>
        <p:nvCxnSpPr>
          <p:cNvPr id="191" name="Google Shape;191;p80"/>
          <p:cNvCxnSpPr/>
          <p:nvPr/>
        </p:nvCxnSpPr>
        <p:spPr>
          <a:xfrm>
            <a:off x="800100" y="1975489"/>
            <a:ext cx="10569864" cy="0"/>
          </a:xfrm>
          <a:prstGeom prst="straightConnector1">
            <a:avLst/>
          </a:prstGeom>
          <a:noFill/>
          <a:ln cap="flat" cmpd="sng" w="9525">
            <a:solidFill>
              <a:srgbClr val="8C1515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92" name="Google Shape;192;p80"/>
          <p:cNvSpPr txBox="1"/>
          <p:nvPr>
            <p:ph idx="2" type="body"/>
          </p:nvPr>
        </p:nvSpPr>
        <p:spPr>
          <a:xfrm>
            <a:off x="4412095" y="1649638"/>
            <a:ext cx="3367810" cy="3258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Lato"/>
              <a:buNone/>
              <a:defRPr b="1" i="0" sz="1400">
                <a:solidFill>
                  <a:srgbClr val="B83A4B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24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93" name="Google Shape;193;p80"/>
          <p:cNvSpPr txBox="1"/>
          <p:nvPr>
            <p:ph idx="3" type="body"/>
          </p:nvPr>
        </p:nvSpPr>
        <p:spPr>
          <a:xfrm>
            <a:off x="8024090" y="1649638"/>
            <a:ext cx="3345873" cy="3258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Lato"/>
              <a:buNone/>
              <a:defRPr b="1" i="0" sz="1400">
                <a:solidFill>
                  <a:srgbClr val="B83A4B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24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94" name="Google Shape;194;p80"/>
          <p:cNvSpPr txBox="1"/>
          <p:nvPr>
            <p:ph idx="4" type="body"/>
          </p:nvPr>
        </p:nvSpPr>
        <p:spPr>
          <a:xfrm>
            <a:off x="793614" y="2122841"/>
            <a:ext cx="3367809" cy="5614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400"/>
              <a:buFont typeface="Lato"/>
              <a:buNone/>
              <a:defRPr b="1" i="0" sz="1400">
                <a:latin typeface="Lato"/>
                <a:ea typeface="Lato"/>
                <a:cs typeface="Lato"/>
                <a:sym typeface="Lato"/>
              </a:defRPr>
            </a:lvl1pPr>
            <a:lvl2pPr indent="-228600" lvl="1" marL="914400" algn="l">
              <a:lnSpc>
                <a:spcPct val="142857"/>
              </a:lnSpc>
              <a:spcBef>
                <a:spcPts val="500"/>
              </a:spcBef>
              <a:spcAft>
                <a:spcPts val="0"/>
              </a:spcAft>
              <a:buSzPts val="1568"/>
              <a:buNone/>
              <a:defRPr b="0" i="1" sz="1400">
                <a:latin typeface="Montserrat"/>
                <a:ea typeface="Montserrat"/>
                <a:cs typeface="Montserrat"/>
                <a:sym typeface="Montserrat"/>
              </a:defRPr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5" name="Google Shape;195;p80"/>
          <p:cNvSpPr txBox="1"/>
          <p:nvPr>
            <p:ph idx="5" type="body"/>
          </p:nvPr>
        </p:nvSpPr>
        <p:spPr>
          <a:xfrm>
            <a:off x="793614" y="2684332"/>
            <a:ext cx="3367809" cy="7487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Lato"/>
              <a:buNone/>
              <a:defRPr b="0" i="0" sz="1400">
                <a:latin typeface="Lato"/>
                <a:ea typeface="Lato"/>
                <a:cs typeface="Lato"/>
                <a:sym typeface="Lato"/>
              </a:defRPr>
            </a:lvl1pPr>
            <a:lvl2pPr indent="-356616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6" name="Google Shape;196;p80"/>
          <p:cNvSpPr txBox="1"/>
          <p:nvPr>
            <p:ph idx="6" type="body"/>
          </p:nvPr>
        </p:nvSpPr>
        <p:spPr>
          <a:xfrm>
            <a:off x="4412095" y="2122841"/>
            <a:ext cx="3367809" cy="5614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400"/>
              <a:buFont typeface="Lato"/>
              <a:buNone/>
              <a:defRPr b="1" i="0" sz="1400">
                <a:latin typeface="Lato"/>
                <a:ea typeface="Lato"/>
                <a:cs typeface="Lato"/>
                <a:sym typeface="Lato"/>
              </a:defRPr>
            </a:lvl1pPr>
            <a:lvl2pPr indent="-228600" lvl="1" marL="914400" algn="l">
              <a:lnSpc>
                <a:spcPct val="142857"/>
              </a:lnSpc>
              <a:spcBef>
                <a:spcPts val="500"/>
              </a:spcBef>
              <a:spcAft>
                <a:spcPts val="0"/>
              </a:spcAft>
              <a:buSzPts val="1568"/>
              <a:buNone/>
              <a:defRPr b="0" i="1" sz="1400">
                <a:latin typeface="Montserrat"/>
                <a:ea typeface="Montserrat"/>
                <a:cs typeface="Montserrat"/>
                <a:sym typeface="Montserrat"/>
              </a:defRPr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7" name="Google Shape;197;p80"/>
          <p:cNvSpPr txBox="1"/>
          <p:nvPr>
            <p:ph idx="7" type="body"/>
          </p:nvPr>
        </p:nvSpPr>
        <p:spPr>
          <a:xfrm>
            <a:off x="4412095" y="2684332"/>
            <a:ext cx="3367809" cy="7487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Lato"/>
              <a:buNone/>
              <a:defRPr b="0" i="0" sz="1400">
                <a:latin typeface="Lato"/>
                <a:ea typeface="Lato"/>
                <a:cs typeface="Lato"/>
                <a:sym typeface="Lato"/>
              </a:defRPr>
            </a:lvl1pPr>
            <a:lvl2pPr indent="-356616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8" name="Google Shape;198;p80"/>
          <p:cNvSpPr txBox="1"/>
          <p:nvPr>
            <p:ph idx="8" type="body"/>
          </p:nvPr>
        </p:nvSpPr>
        <p:spPr>
          <a:xfrm>
            <a:off x="8030577" y="2122841"/>
            <a:ext cx="3317674" cy="5614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400"/>
              <a:buFont typeface="Lato"/>
              <a:buNone/>
              <a:defRPr b="1" i="0" sz="1400">
                <a:latin typeface="Lato"/>
                <a:ea typeface="Lato"/>
                <a:cs typeface="Lato"/>
                <a:sym typeface="Lato"/>
              </a:defRPr>
            </a:lvl1pPr>
            <a:lvl2pPr indent="-228600" lvl="1" marL="914400" algn="l">
              <a:lnSpc>
                <a:spcPct val="142857"/>
              </a:lnSpc>
              <a:spcBef>
                <a:spcPts val="500"/>
              </a:spcBef>
              <a:spcAft>
                <a:spcPts val="0"/>
              </a:spcAft>
              <a:buSzPts val="1568"/>
              <a:buNone/>
              <a:defRPr b="0" i="1" sz="1400">
                <a:latin typeface="Montserrat"/>
                <a:ea typeface="Montserrat"/>
                <a:cs typeface="Montserrat"/>
                <a:sym typeface="Montserrat"/>
              </a:defRPr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80"/>
          <p:cNvSpPr txBox="1"/>
          <p:nvPr>
            <p:ph idx="9" type="body"/>
          </p:nvPr>
        </p:nvSpPr>
        <p:spPr>
          <a:xfrm>
            <a:off x="8030577" y="2684332"/>
            <a:ext cx="3317674" cy="7487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Lato"/>
              <a:buNone/>
              <a:defRPr b="0" i="0" sz="1400">
                <a:latin typeface="Lato"/>
                <a:ea typeface="Lato"/>
                <a:cs typeface="Lato"/>
                <a:sym typeface="Lato"/>
              </a:defRPr>
            </a:lvl1pPr>
            <a:lvl2pPr indent="-356616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0" name="Google Shape;200;p80"/>
          <p:cNvSpPr txBox="1"/>
          <p:nvPr>
            <p:ph idx="13" type="body"/>
          </p:nvPr>
        </p:nvSpPr>
        <p:spPr>
          <a:xfrm>
            <a:off x="4412095" y="3822149"/>
            <a:ext cx="3389674" cy="3258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Lato"/>
              <a:buNone/>
              <a:defRPr b="1" i="0" sz="1400">
                <a:solidFill>
                  <a:srgbClr val="B83A4B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24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01" name="Google Shape;201;p80"/>
          <p:cNvSpPr txBox="1"/>
          <p:nvPr>
            <p:ph idx="14" type="body"/>
          </p:nvPr>
        </p:nvSpPr>
        <p:spPr>
          <a:xfrm>
            <a:off x="8030577" y="3822149"/>
            <a:ext cx="3317673" cy="3258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Lato"/>
              <a:buNone/>
              <a:defRPr b="1" i="0" sz="1400">
                <a:solidFill>
                  <a:srgbClr val="B83A4B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24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02" name="Google Shape;202;p80"/>
          <p:cNvSpPr txBox="1"/>
          <p:nvPr>
            <p:ph idx="15" type="body"/>
          </p:nvPr>
        </p:nvSpPr>
        <p:spPr>
          <a:xfrm>
            <a:off x="793614" y="4295352"/>
            <a:ext cx="3361323" cy="5614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400"/>
              <a:buFont typeface="Lato"/>
              <a:buNone/>
              <a:defRPr b="1" i="0" sz="1400">
                <a:latin typeface="Lato"/>
                <a:ea typeface="Lato"/>
                <a:cs typeface="Lato"/>
                <a:sym typeface="Lato"/>
              </a:defRPr>
            </a:lvl1pPr>
            <a:lvl2pPr indent="-228600" lvl="1" marL="914400" algn="l">
              <a:lnSpc>
                <a:spcPct val="142857"/>
              </a:lnSpc>
              <a:spcBef>
                <a:spcPts val="500"/>
              </a:spcBef>
              <a:spcAft>
                <a:spcPts val="0"/>
              </a:spcAft>
              <a:buSzPts val="1568"/>
              <a:buNone/>
              <a:defRPr b="0" i="1" sz="1400">
                <a:latin typeface="Montserrat"/>
                <a:ea typeface="Montserrat"/>
                <a:cs typeface="Montserrat"/>
                <a:sym typeface="Montserrat"/>
              </a:defRPr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3" name="Google Shape;203;p80"/>
          <p:cNvSpPr txBox="1"/>
          <p:nvPr>
            <p:ph idx="16" type="body"/>
          </p:nvPr>
        </p:nvSpPr>
        <p:spPr>
          <a:xfrm>
            <a:off x="793614" y="4856843"/>
            <a:ext cx="3361323" cy="7487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Lato"/>
              <a:buNone/>
              <a:defRPr b="0" i="0" sz="1400">
                <a:latin typeface="Lato"/>
                <a:ea typeface="Lato"/>
                <a:cs typeface="Lato"/>
                <a:sym typeface="Lato"/>
              </a:defRPr>
            </a:lvl1pPr>
            <a:lvl2pPr indent="-356616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4" name="Google Shape;204;p80"/>
          <p:cNvSpPr txBox="1"/>
          <p:nvPr>
            <p:ph idx="17" type="body"/>
          </p:nvPr>
        </p:nvSpPr>
        <p:spPr>
          <a:xfrm>
            <a:off x="4412095" y="4295352"/>
            <a:ext cx="3389674" cy="5614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400"/>
              <a:buFont typeface="Lato"/>
              <a:buNone/>
              <a:defRPr b="1" i="0" sz="1400">
                <a:latin typeface="Lato"/>
                <a:ea typeface="Lato"/>
                <a:cs typeface="Lato"/>
                <a:sym typeface="Lato"/>
              </a:defRPr>
            </a:lvl1pPr>
            <a:lvl2pPr indent="-228600" lvl="1" marL="914400" algn="l">
              <a:lnSpc>
                <a:spcPct val="142857"/>
              </a:lnSpc>
              <a:spcBef>
                <a:spcPts val="500"/>
              </a:spcBef>
              <a:spcAft>
                <a:spcPts val="0"/>
              </a:spcAft>
              <a:buSzPts val="1568"/>
              <a:buNone/>
              <a:defRPr b="0" i="1" sz="1400">
                <a:latin typeface="Montserrat"/>
                <a:ea typeface="Montserrat"/>
                <a:cs typeface="Montserrat"/>
                <a:sym typeface="Montserrat"/>
              </a:defRPr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5" name="Google Shape;205;p80"/>
          <p:cNvSpPr txBox="1"/>
          <p:nvPr>
            <p:ph idx="18" type="body"/>
          </p:nvPr>
        </p:nvSpPr>
        <p:spPr>
          <a:xfrm>
            <a:off x="4412095" y="4856843"/>
            <a:ext cx="3389674" cy="7487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Lato"/>
              <a:buNone/>
              <a:defRPr b="0" i="0" sz="1400">
                <a:latin typeface="Lato"/>
                <a:ea typeface="Lato"/>
                <a:cs typeface="Lato"/>
                <a:sym typeface="Lato"/>
              </a:defRPr>
            </a:lvl1pPr>
            <a:lvl2pPr indent="-356616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6" name="Google Shape;206;p80"/>
          <p:cNvSpPr txBox="1"/>
          <p:nvPr>
            <p:ph idx="19" type="body"/>
          </p:nvPr>
        </p:nvSpPr>
        <p:spPr>
          <a:xfrm>
            <a:off x="8030577" y="4295352"/>
            <a:ext cx="3317673" cy="5614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400"/>
              <a:buFont typeface="Lato"/>
              <a:buNone/>
              <a:defRPr b="1" i="0" sz="1400">
                <a:latin typeface="Lato"/>
                <a:ea typeface="Lato"/>
                <a:cs typeface="Lato"/>
                <a:sym typeface="Lato"/>
              </a:defRPr>
            </a:lvl1pPr>
            <a:lvl2pPr indent="-228600" lvl="1" marL="914400" algn="l">
              <a:lnSpc>
                <a:spcPct val="142857"/>
              </a:lnSpc>
              <a:spcBef>
                <a:spcPts val="500"/>
              </a:spcBef>
              <a:spcAft>
                <a:spcPts val="0"/>
              </a:spcAft>
              <a:buSzPts val="1568"/>
              <a:buNone/>
              <a:defRPr b="0" i="1" sz="1400">
                <a:latin typeface="Montserrat"/>
                <a:ea typeface="Montserrat"/>
                <a:cs typeface="Montserrat"/>
                <a:sym typeface="Montserrat"/>
              </a:defRPr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7" name="Google Shape;207;p80"/>
          <p:cNvSpPr txBox="1"/>
          <p:nvPr>
            <p:ph idx="20" type="body"/>
          </p:nvPr>
        </p:nvSpPr>
        <p:spPr>
          <a:xfrm>
            <a:off x="8030577" y="4856843"/>
            <a:ext cx="3317673" cy="7487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Lato"/>
              <a:buNone/>
              <a:defRPr b="0" i="0" sz="1400">
                <a:latin typeface="Lato"/>
                <a:ea typeface="Lato"/>
                <a:cs typeface="Lato"/>
                <a:sym typeface="Lato"/>
              </a:defRPr>
            </a:lvl1pPr>
            <a:lvl2pPr indent="-356616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8" name="Google Shape;208;p80"/>
          <p:cNvSpPr txBox="1"/>
          <p:nvPr>
            <p:ph idx="21" type="body"/>
          </p:nvPr>
        </p:nvSpPr>
        <p:spPr>
          <a:xfrm>
            <a:off x="800100" y="3822149"/>
            <a:ext cx="3361323" cy="3258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Lato"/>
              <a:buNone/>
              <a:defRPr b="1" i="0" sz="1400">
                <a:solidFill>
                  <a:srgbClr val="B83A4B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24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pic>
        <p:nvPicPr>
          <p:cNvPr id="209" name="Google Shape;209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-11652"/>
            <a:ext cx="12192000" cy="209223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80"/>
          <p:cNvSpPr/>
          <p:nvPr/>
        </p:nvSpPr>
        <p:spPr>
          <a:xfrm>
            <a:off x="0" y="-13960"/>
            <a:ext cx="12192000" cy="211532"/>
          </a:xfrm>
          <a:prstGeom prst="rect">
            <a:avLst/>
          </a:prstGeom>
          <a:solidFill>
            <a:srgbClr val="D4D1D1">
              <a:alpha val="25098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1" name="Google Shape;211;p80"/>
          <p:cNvCxnSpPr/>
          <p:nvPr/>
        </p:nvCxnSpPr>
        <p:spPr>
          <a:xfrm>
            <a:off x="800100" y="4155271"/>
            <a:ext cx="10569864" cy="0"/>
          </a:xfrm>
          <a:prstGeom prst="straightConnector1">
            <a:avLst/>
          </a:prstGeom>
          <a:noFill/>
          <a:ln cap="flat" cmpd="sng" w="9525">
            <a:solidFill>
              <a:srgbClr val="8C1515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12" name="Google Shape;212;p80"/>
          <p:cNvSpPr txBox="1"/>
          <p:nvPr>
            <p:ph idx="12" type="sldNum"/>
          </p:nvPr>
        </p:nvSpPr>
        <p:spPr>
          <a:xfrm>
            <a:off x="8610600" y="628282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0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Break - Image" showMasterSp="0">
  <p:cSld name="Section Break - Image"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4" name="Google Shape;214;p8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5" name="Google Shape;215;p81"/>
          <p:cNvSpPr txBox="1"/>
          <p:nvPr>
            <p:ph type="title"/>
          </p:nvPr>
        </p:nvSpPr>
        <p:spPr>
          <a:xfrm>
            <a:off x="800100" y="2615992"/>
            <a:ext cx="10553700" cy="12137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Lato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216" name="Google Shape;216;p81"/>
          <p:cNvCxnSpPr/>
          <p:nvPr/>
        </p:nvCxnSpPr>
        <p:spPr>
          <a:xfrm>
            <a:off x="800100" y="2522007"/>
            <a:ext cx="10553700" cy="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17" name="Google Shape;217;p81"/>
          <p:cNvSpPr txBox="1"/>
          <p:nvPr>
            <p:ph idx="1" type="body"/>
          </p:nvPr>
        </p:nvSpPr>
        <p:spPr>
          <a:xfrm>
            <a:off x="800100" y="1273091"/>
            <a:ext cx="1460711" cy="12430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6000"/>
              <a:buFont typeface="Lato"/>
              <a:buNone/>
              <a:defRPr sz="6000">
                <a:solidFill>
                  <a:schemeClr val="lt1"/>
                </a:solidFill>
              </a:defRPr>
            </a:lvl1pPr>
            <a:lvl2pPr indent="-356616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218" name="Google Shape;218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88670" y="6361842"/>
            <a:ext cx="643152" cy="21251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81"/>
          <p:cNvSpPr txBox="1"/>
          <p:nvPr>
            <p:ph idx="12" type="sldNum"/>
          </p:nvPr>
        </p:nvSpPr>
        <p:spPr>
          <a:xfrm>
            <a:off x="8610600" y="628282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0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Break - Red" showMasterSp="0">
  <p:cSld name="Section Break - Red">
    <p:bg>
      <p:bgPr>
        <a:gradFill>
          <a:gsLst>
            <a:gs pos="0">
              <a:srgbClr val="E04F39"/>
            </a:gs>
            <a:gs pos="15000">
              <a:srgbClr val="E04F39"/>
            </a:gs>
            <a:gs pos="50000">
              <a:srgbClr val="AF2D24"/>
            </a:gs>
            <a:gs pos="100000">
              <a:srgbClr val="8C1515"/>
            </a:gs>
          </a:gsLst>
          <a:lin ang="8100000" scaled="0"/>
        </a:grad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82"/>
          <p:cNvSpPr txBox="1"/>
          <p:nvPr>
            <p:ph type="title"/>
          </p:nvPr>
        </p:nvSpPr>
        <p:spPr>
          <a:xfrm>
            <a:off x="800100" y="2615992"/>
            <a:ext cx="10553700" cy="12137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Lato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223" name="Google Shape;223;p82"/>
          <p:cNvCxnSpPr/>
          <p:nvPr/>
        </p:nvCxnSpPr>
        <p:spPr>
          <a:xfrm>
            <a:off x="800100" y="2522007"/>
            <a:ext cx="10553700" cy="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24" name="Google Shape;224;p82"/>
          <p:cNvSpPr txBox="1"/>
          <p:nvPr>
            <p:ph idx="1" type="body"/>
          </p:nvPr>
        </p:nvSpPr>
        <p:spPr>
          <a:xfrm>
            <a:off x="800100" y="1273091"/>
            <a:ext cx="1460711" cy="12430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6000"/>
              <a:buFont typeface="Lato"/>
              <a:buNone/>
              <a:defRPr sz="6000">
                <a:solidFill>
                  <a:schemeClr val="lt1"/>
                </a:solidFill>
              </a:defRPr>
            </a:lvl1pPr>
            <a:lvl2pPr indent="-356616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225" name="Google Shape;22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88670" y="6361842"/>
            <a:ext cx="643152" cy="212519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82"/>
          <p:cNvSpPr txBox="1"/>
          <p:nvPr>
            <p:ph idx="12" type="sldNum"/>
          </p:nvPr>
        </p:nvSpPr>
        <p:spPr>
          <a:xfrm>
            <a:off x="8610600" y="628282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0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Break - Blue" showMasterSp="0">
  <p:cSld name="Section Break - Blue">
    <p:bg>
      <p:bgPr>
        <a:gradFill>
          <a:gsLst>
            <a:gs pos="0">
              <a:srgbClr val="1AA4BC"/>
            </a:gs>
            <a:gs pos="50000">
              <a:srgbClr val="006983"/>
            </a:gs>
            <a:gs pos="100000">
              <a:srgbClr val="013948"/>
            </a:gs>
          </a:gsLst>
          <a:lin ang="8100000" scaled="0"/>
        </a:gradFill>
      </p:bgPr>
    </p:bg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8" name="Google Shape;22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83"/>
          <p:cNvSpPr txBox="1"/>
          <p:nvPr>
            <p:ph type="title"/>
          </p:nvPr>
        </p:nvSpPr>
        <p:spPr>
          <a:xfrm>
            <a:off x="800100" y="2615992"/>
            <a:ext cx="10553700" cy="12137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Lato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230" name="Google Shape;230;p83"/>
          <p:cNvCxnSpPr/>
          <p:nvPr/>
        </p:nvCxnSpPr>
        <p:spPr>
          <a:xfrm>
            <a:off x="800100" y="2522007"/>
            <a:ext cx="10553700" cy="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31" name="Google Shape;231;p83"/>
          <p:cNvSpPr txBox="1"/>
          <p:nvPr>
            <p:ph idx="1" type="body"/>
          </p:nvPr>
        </p:nvSpPr>
        <p:spPr>
          <a:xfrm>
            <a:off x="800100" y="1273091"/>
            <a:ext cx="1460711" cy="12430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6000"/>
              <a:buFont typeface="Lato"/>
              <a:buNone/>
              <a:defRPr sz="6000">
                <a:solidFill>
                  <a:schemeClr val="lt1"/>
                </a:solidFill>
              </a:defRPr>
            </a:lvl1pPr>
            <a:lvl2pPr indent="-356616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232" name="Google Shape;232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88670" y="6361842"/>
            <a:ext cx="643152" cy="212519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83"/>
          <p:cNvSpPr txBox="1"/>
          <p:nvPr>
            <p:ph idx="12" type="sldNum"/>
          </p:nvPr>
        </p:nvSpPr>
        <p:spPr>
          <a:xfrm>
            <a:off x="8610600" y="628282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0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Break - Purple" showMasterSp="0">
  <p:cSld name="Section Break - Purple">
    <p:bg>
      <p:bgPr>
        <a:gradFill>
          <a:gsLst>
            <a:gs pos="0">
              <a:srgbClr val="B6B1A9"/>
            </a:gs>
            <a:gs pos="50000">
              <a:srgbClr val="877F7A"/>
            </a:gs>
            <a:gs pos="100000">
              <a:srgbClr val="544948"/>
            </a:gs>
          </a:gsLst>
          <a:lin ang="8100000" scaled="0"/>
        </a:gradFill>
      </p:bgPr>
    </p:bg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" name="Google Shape;235;p8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6" name="Google Shape;236;p84"/>
          <p:cNvSpPr txBox="1"/>
          <p:nvPr>
            <p:ph type="title"/>
          </p:nvPr>
        </p:nvSpPr>
        <p:spPr>
          <a:xfrm>
            <a:off x="800100" y="2615992"/>
            <a:ext cx="10553700" cy="12137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Lato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237" name="Google Shape;237;p84"/>
          <p:cNvCxnSpPr/>
          <p:nvPr/>
        </p:nvCxnSpPr>
        <p:spPr>
          <a:xfrm>
            <a:off x="800100" y="2522007"/>
            <a:ext cx="10553700" cy="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38" name="Google Shape;238;p84"/>
          <p:cNvSpPr txBox="1"/>
          <p:nvPr>
            <p:ph idx="1" type="body"/>
          </p:nvPr>
        </p:nvSpPr>
        <p:spPr>
          <a:xfrm>
            <a:off x="800100" y="1273091"/>
            <a:ext cx="1460711" cy="12430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6000"/>
              <a:buFont typeface="Lato"/>
              <a:buNone/>
              <a:defRPr sz="6000">
                <a:solidFill>
                  <a:schemeClr val="lt1"/>
                </a:solidFill>
              </a:defRPr>
            </a:lvl1pPr>
            <a:lvl2pPr indent="-356616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239" name="Google Shape;239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88670" y="6361842"/>
            <a:ext cx="643152" cy="212519"/>
          </a:xfrm>
          <a:prstGeom prst="rect">
            <a:avLst/>
          </a:prstGeom>
          <a:noFill/>
          <a:ln>
            <a:noFill/>
          </a:ln>
        </p:spPr>
      </p:pic>
      <p:sp>
        <p:nvSpPr>
          <p:cNvPr id="240" name="Google Shape;240;p84"/>
          <p:cNvSpPr txBox="1"/>
          <p:nvPr>
            <p:ph idx="12" type="sldNum"/>
          </p:nvPr>
        </p:nvSpPr>
        <p:spPr>
          <a:xfrm>
            <a:off x="8610600" y="628282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0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Break - Orange" showMasterSp="0">
  <p:cSld name="Section Break - Orange">
    <p:bg>
      <p:bgPr>
        <a:gradFill>
          <a:gsLst>
            <a:gs pos="0">
              <a:srgbClr val="FEDD5C"/>
            </a:gs>
            <a:gs pos="38000">
              <a:srgbClr val="F4B12F"/>
            </a:gs>
            <a:gs pos="78000">
              <a:srgbClr val="E98300"/>
            </a:gs>
            <a:gs pos="100000">
              <a:srgbClr val="E98300"/>
            </a:gs>
          </a:gsLst>
          <a:lin ang="8100000" scaled="0"/>
        </a:gradFill>
      </p:bgPr>
    </p:bg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2" name="Google Shape;242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85"/>
          <p:cNvSpPr txBox="1"/>
          <p:nvPr>
            <p:ph type="title"/>
          </p:nvPr>
        </p:nvSpPr>
        <p:spPr>
          <a:xfrm>
            <a:off x="800100" y="2615992"/>
            <a:ext cx="10553700" cy="12137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Lato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244" name="Google Shape;244;p85"/>
          <p:cNvCxnSpPr/>
          <p:nvPr/>
        </p:nvCxnSpPr>
        <p:spPr>
          <a:xfrm>
            <a:off x="800100" y="2522007"/>
            <a:ext cx="10553700" cy="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45" name="Google Shape;245;p85"/>
          <p:cNvSpPr txBox="1"/>
          <p:nvPr>
            <p:ph idx="1" type="body"/>
          </p:nvPr>
        </p:nvSpPr>
        <p:spPr>
          <a:xfrm>
            <a:off x="800100" y="1273091"/>
            <a:ext cx="1460711" cy="12430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6000"/>
              <a:buFont typeface="Lato"/>
              <a:buNone/>
              <a:defRPr sz="6000">
                <a:solidFill>
                  <a:schemeClr val="lt1"/>
                </a:solidFill>
              </a:defRPr>
            </a:lvl1pPr>
            <a:lvl2pPr indent="-356616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246" name="Google Shape;246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88670" y="6361842"/>
            <a:ext cx="643152" cy="212519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85"/>
          <p:cNvSpPr txBox="1"/>
          <p:nvPr>
            <p:ph idx="12" type="sldNum"/>
          </p:nvPr>
        </p:nvSpPr>
        <p:spPr>
          <a:xfrm>
            <a:off x="8610600" y="628282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0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Break - Green" showMasterSp="0">
  <p:cSld name="Section Break - Green">
    <p:bg>
      <p:bgPr>
        <a:gradFill>
          <a:gsLst>
            <a:gs pos="0">
              <a:srgbClr val="8AC751"/>
            </a:gs>
            <a:gs pos="50000">
              <a:srgbClr val="59B06D"/>
            </a:gs>
            <a:gs pos="100000">
              <a:srgbClr val="279989"/>
            </a:gs>
          </a:gsLst>
          <a:lin ang="8100000" scaled="0"/>
        </a:grad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8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86"/>
          <p:cNvSpPr txBox="1"/>
          <p:nvPr>
            <p:ph type="title"/>
          </p:nvPr>
        </p:nvSpPr>
        <p:spPr>
          <a:xfrm>
            <a:off x="800100" y="2615992"/>
            <a:ext cx="10553700" cy="12137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Lato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251" name="Google Shape;251;p86"/>
          <p:cNvCxnSpPr/>
          <p:nvPr/>
        </p:nvCxnSpPr>
        <p:spPr>
          <a:xfrm>
            <a:off x="800100" y="2522007"/>
            <a:ext cx="10553700" cy="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52" name="Google Shape;252;p86"/>
          <p:cNvSpPr txBox="1"/>
          <p:nvPr>
            <p:ph idx="1" type="body"/>
          </p:nvPr>
        </p:nvSpPr>
        <p:spPr>
          <a:xfrm>
            <a:off x="800100" y="1273091"/>
            <a:ext cx="1460711" cy="12430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6000"/>
              <a:buFont typeface="Lato"/>
              <a:buNone/>
              <a:defRPr sz="6000">
                <a:solidFill>
                  <a:schemeClr val="lt1"/>
                </a:solidFill>
              </a:defRPr>
            </a:lvl1pPr>
            <a:lvl2pPr indent="-356616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253" name="Google Shape;253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88670" y="6361842"/>
            <a:ext cx="643152" cy="212519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86"/>
          <p:cNvSpPr txBox="1"/>
          <p:nvPr>
            <p:ph idx="12" type="sldNum"/>
          </p:nvPr>
        </p:nvSpPr>
        <p:spPr>
          <a:xfrm>
            <a:off x="8610600" y="628282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0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Slide - 2 Column">
  <p:cSld name="Text Slide - 2 Column">
    <p:bg>
      <p:bgPr>
        <a:solidFill>
          <a:schemeClr val="lt1"/>
        </a:solid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87"/>
          <p:cNvSpPr txBox="1"/>
          <p:nvPr>
            <p:ph idx="1" type="body"/>
          </p:nvPr>
        </p:nvSpPr>
        <p:spPr>
          <a:xfrm>
            <a:off x="800100" y="1602938"/>
            <a:ext cx="5157788" cy="445496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600"/>
              <a:buFont typeface="Lato"/>
              <a:buNone/>
              <a:defRPr>
                <a:solidFill>
                  <a:srgbClr val="3F3F3F"/>
                </a:solidFill>
              </a:defRPr>
            </a:lvl1pPr>
            <a:lvl2pPr indent="-342392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rgbClr val="3F3F3F"/>
                </a:solidFill>
              </a:defRPr>
            </a:lvl2pPr>
            <a:lvl3pPr indent="-34036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rgbClr val="3F3F3F"/>
                </a:solidFill>
              </a:defRPr>
            </a:lvl3pPr>
            <a:lvl4pPr indent="-328168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rgbClr val="3F3F3F"/>
                </a:solidFill>
              </a:defRPr>
            </a:lvl4pPr>
            <a:lvl5pPr indent="-328168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rgbClr val="3F3F3F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7" name="Google Shape;257;p87"/>
          <p:cNvSpPr txBox="1"/>
          <p:nvPr>
            <p:ph idx="2" type="body"/>
          </p:nvPr>
        </p:nvSpPr>
        <p:spPr>
          <a:xfrm>
            <a:off x="6229939" y="1602938"/>
            <a:ext cx="5157788" cy="44549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600"/>
              <a:buFont typeface="Lato"/>
              <a:buNone/>
              <a:defRPr>
                <a:solidFill>
                  <a:srgbClr val="3F3F3F"/>
                </a:solidFill>
              </a:defRPr>
            </a:lvl1pPr>
            <a:lvl2pPr indent="-342392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rgbClr val="3F3F3F"/>
                </a:solidFill>
              </a:defRPr>
            </a:lvl2pPr>
            <a:lvl3pPr indent="-34036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rgbClr val="3F3F3F"/>
                </a:solidFill>
              </a:defRPr>
            </a:lvl3pPr>
            <a:lvl4pPr indent="-328168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rgbClr val="3F3F3F"/>
                </a:solidFill>
              </a:defRPr>
            </a:lvl4pPr>
            <a:lvl5pPr indent="-328168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rgbClr val="3F3F3F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8" name="Google Shape;258;p87"/>
          <p:cNvSpPr txBox="1"/>
          <p:nvPr>
            <p:ph idx="3" type="body"/>
          </p:nvPr>
        </p:nvSpPr>
        <p:spPr>
          <a:xfrm>
            <a:off x="794904" y="1107621"/>
            <a:ext cx="5164831" cy="3984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2000"/>
              <a:buFont typeface="Lato"/>
              <a:buNone/>
              <a:defRPr sz="2000">
                <a:solidFill>
                  <a:srgbClr val="B83A4B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7084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240"/>
              <a:buChar char="•"/>
              <a:defRPr sz="2000">
                <a:latin typeface="Lato"/>
                <a:ea typeface="Lato"/>
                <a:cs typeface="Lato"/>
                <a:sym typeface="Lato"/>
              </a:defRPr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9" name="Google Shape;259;p87"/>
          <p:cNvSpPr txBox="1"/>
          <p:nvPr>
            <p:ph idx="4" type="body"/>
          </p:nvPr>
        </p:nvSpPr>
        <p:spPr>
          <a:xfrm>
            <a:off x="6234170" y="1107621"/>
            <a:ext cx="5162925" cy="3984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2000"/>
              <a:buFont typeface="Lato"/>
              <a:buNone/>
              <a:defRPr sz="2000">
                <a:solidFill>
                  <a:srgbClr val="B83A4B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7084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240"/>
              <a:buChar char="•"/>
              <a:defRPr sz="2000">
                <a:latin typeface="Lato"/>
                <a:ea typeface="Lato"/>
                <a:cs typeface="Lato"/>
                <a:sym typeface="Lato"/>
              </a:defRPr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0" name="Google Shape;260;p87"/>
          <p:cNvSpPr txBox="1"/>
          <p:nvPr>
            <p:ph type="title"/>
          </p:nvPr>
        </p:nvSpPr>
        <p:spPr>
          <a:xfrm>
            <a:off x="800099" y="266701"/>
            <a:ext cx="10596995" cy="6321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C1515"/>
              </a:buClr>
              <a:buSzPts val="3200"/>
              <a:buFont typeface="Lato"/>
              <a:buNone/>
              <a:defRPr b="1"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261" name="Google Shape;261;p87"/>
          <p:cNvCxnSpPr/>
          <p:nvPr/>
        </p:nvCxnSpPr>
        <p:spPr>
          <a:xfrm>
            <a:off x="800100" y="927135"/>
            <a:ext cx="10553700" cy="0"/>
          </a:xfrm>
          <a:prstGeom prst="straightConnector1">
            <a:avLst/>
          </a:prstGeom>
          <a:noFill/>
          <a:ln cap="flat" cmpd="sng" w="9525">
            <a:solidFill>
              <a:srgbClr val="8C1515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62" name="Google Shape;262;p87"/>
          <p:cNvSpPr txBox="1"/>
          <p:nvPr>
            <p:ph idx="12" type="sldNum"/>
          </p:nvPr>
        </p:nvSpPr>
        <p:spPr>
          <a:xfrm>
            <a:off x="8610600" y="628282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0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pos="7176">
          <p15:clr>
            <a:srgbClr val="FBAE40"/>
          </p15:clr>
        </p15:guide>
        <p15:guide id="2" orient="horz" pos="888">
          <p15:clr>
            <a:srgbClr val="FBAE40"/>
          </p15:clr>
        </p15:guide>
        <p15:guide id="3" orient="horz" pos="3816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hoto Slide - One Image">
  <p:cSld name="Photo Slide - One Image">
    <p:bg>
      <p:bgPr>
        <a:solidFill>
          <a:schemeClr val="lt1"/>
        </a:solid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88"/>
          <p:cNvSpPr/>
          <p:nvPr>
            <p:ph idx="2" type="pic"/>
          </p:nvPr>
        </p:nvSpPr>
        <p:spPr>
          <a:xfrm>
            <a:off x="800100" y="1107621"/>
            <a:ext cx="6929879" cy="4950264"/>
          </a:xfrm>
          <a:prstGeom prst="rect">
            <a:avLst/>
          </a:prstGeom>
          <a:noFill/>
          <a:ln>
            <a:noFill/>
          </a:ln>
        </p:spPr>
      </p:sp>
      <p:sp>
        <p:nvSpPr>
          <p:cNvPr id="265" name="Google Shape;265;p88"/>
          <p:cNvSpPr txBox="1"/>
          <p:nvPr>
            <p:ph idx="1" type="body"/>
          </p:nvPr>
        </p:nvSpPr>
        <p:spPr>
          <a:xfrm>
            <a:off x="7980362" y="1107621"/>
            <a:ext cx="3373438" cy="3984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2000"/>
              <a:buFont typeface="Lato"/>
              <a:buNone/>
              <a:defRPr sz="2000">
                <a:solidFill>
                  <a:srgbClr val="B83A4B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7084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240"/>
              <a:buChar char="•"/>
              <a:defRPr sz="2000">
                <a:latin typeface="Lato"/>
                <a:ea typeface="Lato"/>
                <a:cs typeface="Lato"/>
                <a:sym typeface="Lato"/>
              </a:defRPr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6" name="Google Shape;266;p88"/>
          <p:cNvSpPr txBox="1"/>
          <p:nvPr>
            <p:ph idx="3" type="body"/>
          </p:nvPr>
        </p:nvSpPr>
        <p:spPr>
          <a:xfrm>
            <a:off x="7980363" y="1602470"/>
            <a:ext cx="3373437" cy="445541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Lato"/>
              <a:buNone/>
              <a:defRPr sz="1400">
                <a:solidFill>
                  <a:srgbClr val="3F3F3F"/>
                </a:solidFill>
              </a:defRPr>
            </a:lvl1pPr>
            <a:lvl2pPr indent="-342392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rgbClr val="3F3F3F"/>
                </a:solidFill>
              </a:defRPr>
            </a:lvl2pPr>
            <a:lvl3pPr indent="-34036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rgbClr val="3F3F3F"/>
                </a:solidFill>
              </a:defRPr>
            </a:lvl3pPr>
            <a:lvl4pPr indent="-328168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rgbClr val="3F3F3F"/>
                </a:solidFill>
              </a:defRPr>
            </a:lvl4pPr>
            <a:lvl5pPr indent="-328168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rgbClr val="3F3F3F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7" name="Google Shape;267;p88"/>
          <p:cNvSpPr txBox="1"/>
          <p:nvPr>
            <p:ph idx="12" type="sldNum"/>
          </p:nvPr>
        </p:nvSpPr>
        <p:spPr>
          <a:xfrm>
            <a:off x="8610600" y="628282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0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68" name="Google Shape;268;p88"/>
          <p:cNvSpPr txBox="1"/>
          <p:nvPr>
            <p:ph type="title"/>
          </p:nvPr>
        </p:nvSpPr>
        <p:spPr>
          <a:xfrm>
            <a:off x="800099" y="266701"/>
            <a:ext cx="10596995" cy="6321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C1515"/>
              </a:buClr>
              <a:buSzPts val="3200"/>
              <a:buFont typeface="Lato"/>
              <a:buNone/>
              <a:defRPr b="1"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269" name="Google Shape;269;p88"/>
          <p:cNvCxnSpPr/>
          <p:nvPr/>
        </p:nvCxnSpPr>
        <p:spPr>
          <a:xfrm>
            <a:off x="800100" y="927135"/>
            <a:ext cx="10553700" cy="0"/>
          </a:xfrm>
          <a:prstGeom prst="straightConnector1">
            <a:avLst/>
          </a:prstGeom>
          <a:noFill/>
          <a:ln cap="flat" cmpd="sng" w="9525">
            <a:solidFill>
              <a:srgbClr val="8C1515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hoto Slide - 2 Images">
  <p:cSld name="Photo Slide - 2 Images">
    <p:bg>
      <p:bgPr>
        <a:solidFill>
          <a:schemeClr val="lt1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89"/>
          <p:cNvSpPr/>
          <p:nvPr>
            <p:ph idx="2" type="pic"/>
          </p:nvPr>
        </p:nvSpPr>
        <p:spPr>
          <a:xfrm>
            <a:off x="800100" y="1107622"/>
            <a:ext cx="5143050" cy="3190048"/>
          </a:xfrm>
          <a:prstGeom prst="rect">
            <a:avLst/>
          </a:prstGeom>
          <a:noFill/>
          <a:ln>
            <a:noFill/>
          </a:ln>
        </p:spPr>
      </p:sp>
      <p:sp>
        <p:nvSpPr>
          <p:cNvPr id="272" name="Google Shape;272;p89"/>
          <p:cNvSpPr/>
          <p:nvPr>
            <p:ph idx="3" type="pic"/>
          </p:nvPr>
        </p:nvSpPr>
        <p:spPr>
          <a:xfrm>
            <a:off x="6229939" y="1107620"/>
            <a:ext cx="5123861" cy="3190049"/>
          </a:xfrm>
          <a:prstGeom prst="rect">
            <a:avLst/>
          </a:prstGeom>
          <a:noFill/>
          <a:ln>
            <a:noFill/>
          </a:ln>
        </p:spPr>
      </p:sp>
      <p:sp>
        <p:nvSpPr>
          <p:cNvPr id="273" name="Google Shape;273;p89"/>
          <p:cNvSpPr txBox="1"/>
          <p:nvPr>
            <p:ph idx="1" type="body"/>
          </p:nvPr>
        </p:nvSpPr>
        <p:spPr>
          <a:xfrm>
            <a:off x="800100" y="4955452"/>
            <a:ext cx="5143050" cy="110243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Lato"/>
              <a:buNone/>
              <a:defRPr sz="1400">
                <a:solidFill>
                  <a:srgbClr val="3F3F3F"/>
                </a:solidFill>
              </a:defRPr>
            </a:lvl1pPr>
            <a:lvl2pPr indent="-356616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74" name="Google Shape;274;p89"/>
          <p:cNvSpPr txBox="1"/>
          <p:nvPr>
            <p:ph idx="4" type="body"/>
          </p:nvPr>
        </p:nvSpPr>
        <p:spPr>
          <a:xfrm>
            <a:off x="800100" y="4482939"/>
            <a:ext cx="5143050" cy="3984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2000"/>
              <a:buFont typeface="Lato"/>
              <a:buNone/>
              <a:defRPr sz="2000">
                <a:solidFill>
                  <a:srgbClr val="B83A4B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7084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240"/>
              <a:buChar char="•"/>
              <a:defRPr sz="2000">
                <a:latin typeface="Lato"/>
                <a:ea typeface="Lato"/>
                <a:cs typeface="Lato"/>
                <a:sym typeface="Lato"/>
              </a:defRPr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75" name="Google Shape;275;p89"/>
          <p:cNvSpPr txBox="1"/>
          <p:nvPr>
            <p:ph idx="5" type="body"/>
          </p:nvPr>
        </p:nvSpPr>
        <p:spPr>
          <a:xfrm>
            <a:off x="6237422" y="4955452"/>
            <a:ext cx="5143050" cy="110243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Lato"/>
              <a:buNone/>
              <a:defRPr sz="1400">
                <a:solidFill>
                  <a:srgbClr val="3F3F3F"/>
                </a:solidFill>
              </a:defRPr>
            </a:lvl1pPr>
            <a:lvl2pPr indent="-356616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76" name="Google Shape;276;p89"/>
          <p:cNvSpPr txBox="1"/>
          <p:nvPr>
            <p:ph idx="6" type="body"/>
          </p:nvPr>
        </p:nvSpPr>
        <p:spPr>
          <a:xfrm>
            <a:off x="6237422" y="4482939"/>
            <a:ext cx="5143050" cy="3984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2000"/>
              <a:buFont typeface="Lato"/>
              <a:buNone/>
              <a:defRPr sz="2000">
                <a:solidFill>
                  <a:srgbClr val="B83A4B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7084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240"/>
              <a:buChar char="•"/>
              <a:defRPr sz="2000">
                <a:latin typeface="Lato"/>
                <a:ea typeface="Lato"/>
                <a:cs typeface="Lato"/>
                <a:sym typeface="Lato"/>
              </a:defRPr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77" name="Google Shape;277;p89"/>
          <p:cNvSpPr txBox="1"/>
          <p:nvPr>
            <p:ph idx="12" type="sldNum"/>
          </p:nvPr>
        </p:nvSpPr>
        <p:spPr>
          <a:xfrm>
            <a:off x="8610600" y="628282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0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78" name="Google Shape;278;p89"/>
          <p:cNvSpPr txBox="1"/>
          <p:nvPr>
            <p:ph type="title"/>
          </p:nvPr>
        </p:nvSpPr>
        <p:spPr>
          <a:xfrm>
            <a:off x="800099" y="266701"/>
            <a:ext cx="10596995" cy="6321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C1515"/>
              </a:buClr>
              <a:buSzPts val="3200"/>
              <a:buFont typeface="Lato"/>
              <a:buNone/>
              <a:defRPr b="1"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279" name="Google Shape;279;p89"/>
          <p:cNvCxnSpPr/>
          <p:nvPr/>
        </p:nvCxnSpPr>
        <p:spPr>
          <a:xfrm>
            <a:off x="800100" y="927135"/>
            <a:ext cx="10553700" cy="0"/>
          </a:xfrm>
          <a:prstGeom prst="straightConnector1">
            <a:avLst/>
          </a:prstGeom>
          <a:noFill/>
          <a:ln cap="flat" cmpd="sng" w="9525">
            <a:solidFill>
              <a:srgbClr val="8C1515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3 Columns">
  <p:cSld name="Content Slide - 3 Columns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90"/>
          <p:cNvSpPr txBox="1"/>
          <p:nvPr>
            <p:ph idx="1" type="body"/>
          </p:nvPr>
        </p:nvSpPr>
        <p:spPr>
          <a:xfrm>
            <a:off x="800100" y="1107622"/>
            <a:ext cx="3367810" cy="2814641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600"/>
              <a:buFont typeface="Lato"/>
              <a:buNone/>
              <a:defRPr sz="1600">
                <a:solidFill>
                  <a:srgbClr val="544948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42392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 sz="1600">
                <a:latin typeface="Lato"/>
                <a:ea typeface="Lato"/>
                <a:cs typeface="Lato"/>
                <a:sym typeface="Lato"/>
              </a:defRPr>
            </a:lvl2pPr>
            <a:lvl3pPr indent="-34036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 sz="1600">
                <a:latin typeface="Lato"/>
                <a:ea typeface="Lato"/>
                <a:cs typeface="Lato"/>
                <a:sym typeface="Lato"/>
              </a:defRPr>
            </a:lvl3pPr>
            <a:lvl4pPr indent="-342392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 sz="1600">
                <a:latin typeface="Lato"/>
                <a:ea typeface="Lato"/>
                <a:cs typeface="Lato"/>
                <a:sym typeface="Lato"/>
              </a:defRPr>
            </a:lvl4pPr>
            <a:lvl5pPr indent="-342392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 sz="1600">
                <a:latin typeface="Lato"/>
                <a:ea typeface="Lato"/>
                <a:cs typeface="Lato"/>
                <a:sym typeface="Lato"/>
              </a:defRPr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282" name="Google Shape;282;p90"/>
          <p:cNvSpPr txBox="1"/>
          <p:nvPr>
            <p:ph idx="2" type="body"/>
          </p:nvPr>
        </p:nvSpPr>
        <p:spPr>
          <a:xfrm>
            <a:off x="800099" y="4601585"/>
            <a:ext cx="3367810" cy="145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Lato"/>
              <a:buNone/>
              <a:defRPr sz="1400">
                <a:solidFill>
                  <a:srgbClr val="3F3F3F"/>
                </a:solidFill>
              </a:defRPr>
            </a:lvl1pPr>
            <a:lvl2pPr indent="-356616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3" name="Google Shape;283;p90"/>
          <p:cNvSpPr txBox="1"/>
          <p:nvPr>
            <p:ph idx="3" type="body"/>
          </p:nvPr>
        </p:nvSpPr>
        <p:spPr>
          <a:xfrm>
            <a:off x="800099" y="4104388"/>
            <a:ext cx="3367810" cy="3984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2000"/>
              <a:buFont typeface="Lato"/>
              <a:buNone/>
              <a:defRPr sz="2000">
                <a:solidFill>
                  <a:srgbClr val="B83A4B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7084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240"/>
              <a:buChar char="•"/>
              <a:defRPr sz="2000">
                <a:latin typeface="Lato"/>
                <a:ea typeface="Lato"/>
                <a:cs typeface="Lato"/>
                <a:sym typeface="Lato"/>
              </a:defRPr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4" name="Google Shape;284;p90"/>
          <p:cNvSpPr txBox="1"/>
          <p:nvPr>
            <p:ph idx="4" type="body"/>
          </p:nvPr>
        </p:nvSpPr>
        <p:spPr>
          <a:xfrm>
            <a:off x="4412095" y="1107622"/>
            <a:ext cx="3367810" cy="2814641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600"/>
              <a:buFont typeface="Lato"/>
              <a:buNone/>
              <a:defRPr sz="1600">
                <a:solidFill>
                  <a:srgbClr val="544948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42392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 sz="1600">
                <a:latin typeface="Lato"/>
                <a:ea typeface="Lato"/>
                <a:cs typeface="Lato"/>
                <a:sym typeface="Lato"/>
              </a:defRPr>
            </a:lvl2pPr>
            <a:lvl3pPr indent="-34036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 sz="1600">
                <a:latin typeface="Lato"/>
                <a:ea typeface="Lato"/>
                <a:cs typeface="Lato"/>
                <a:sym typeface="Lato"/>
              </a:defRPr>
            </a:lvl3pPr>
            <a:lvl4pPr indent="-342392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 sz="1600">
                <a:latin typeface="Lato"/>
                <a:ea typeface="Lato"/>
                <a:cs typeface="Lato"/>
                <a:sym typeface="Lato"/>
              </a:defRPr>
            </a:lvl4pPr>
            <a:lvl5pPr indent="-342392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 sz="1600">
                <a:latin typeface="Lato"/>
                <a:ea typeface="Lato"/>
                <a:cs typeface="Lato"/>
                <a:sym typeface="Lato"/>
              </a:defRPr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285" name="Google Shape;285;p90"/>
          <p:cNvSpPr txBox="1"/>
          <p:nvPr>
            <p:ph idx="5" type="body"/>
          </p:nvPr>
        </p:nvSpPr>
        <p:spPr>
          <a:xfrm>
            <a:off x="4412094" y="4601585"/>
            <a:ext cx="3367810" cy="145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Lato"/>
              <a:buNone/>
              <a:defRPr sz="1400">
                <a:solidFill>
                  <a:srgbClr val="3F3F3F"/>
                </a:solidFill>
              </a:defRPr>
            </a:lvl1pPr>
            <a:lvl2pPr indent="-356616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6" name="Google Shape;286;p90"/>
          <p:cNvSpPr txBox="1"/>
          <p:nvPr>
            <p:ph idx="6" type="body"/>
          </p:nvPr>
        </p:nvSpPr>
        <p:spPr>
          <a:xfrm>
            <a:off x="4412094" y="4104388"/>
            <a:ext cx="3367810" cy="3984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2000"/>
              <a:buFont typeface="Lato"/>
              <a:buNone/>
              <a:defRPr sz="2000">
                <a:solidFill>
                  <a:srgbClr val="B83A4B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7084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240"/>
              <a:buChar char="•"/>
              <a:defRPr sz="2000">
                <a:latin typeface="Lato"/>
                <a:ea typeface="Lato"/>
                <a:cs typeface="Lato"/>
                <a:sym typeface="Lato"/>
              </a:defRPr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7" name="Google Shape;287;p90"/>
          <p:cNvSpPr txBox="1"/>
          <p:nvPr>
            <p:ph idx="7" type="body"/>
          </p:nvPr>
        </p:nvSpPr>
        <p:spPr>
          <a:xfrm>
            <a:off x="8003707" y="1107622"/>
            <a:ext cx="3367810" cy="2814641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600"/>
              <a:buFont typeface="Lato"/>
              <a:buNone/>
              <a:defRPr sz="1600">
                <a:solidFill>
                  <a:srgbClr val="544948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42392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 sz="1600">
                <a:latin typeface="Lato"/>
                <a:ea typeface="Lato"/>
                <a:cs typeface="Lato"/>
                <a:sym typeface="Lato"/>
              </a:defRPr>
            </a:lvl2pPr>
            <a:lvl3pPr indent="-34036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 sz="1600">
                <a:latin typeface="Lato"/>
                <a:ea typeface="Lato"/>
                <a:cs typeface="Lato"/>
                <a:sym typeface="Lato"/>
              </a:defRPr>
            </a:lvl3pPr>
            <a:lvl4pPr indent="-342392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 sz="1600">
                <a:latin typeface="Lato"/>
                <a:ea typeface="Lato"/>
                <a:cs typeface="Lato"/>
                <a:sym typeface="Lato"/>
              </a:defRPr>
            </a:lvl4pPr>
            <a:lvl5pPr indent="-342392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 sz="1600">
                <a:latin typeface="Lato"/>
                <a:ea typeface="Lato"/>
                <a:cs typeface="Lato"/>
                <a:sym typeface="Lato"/>
              </a:defRPr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288" name="Google Shape;288;p90"/>
          <p:cNvSpPr txBox="1"/>
          <p:nvPr>
            <p:ph idx="8" type="body"/>
          </p:nvPr>
        </p:nvSpPr>
        <p:spPr>
          <a:xfrm>
            <a:off x="8003706" y="4601585"/>
            <a:ext cx="3367810" cy="145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Lato"/>
              <a:buNone/>
              <a:defRPr sz="1400">
                <a:solidFill>
                  <a:srgbClr val="3F3F3F"/>
                </a:solidFill>
              </a:defRPr>
            </a:lvl1pPr>
            <a:lvl2pPr indent="-356616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9" name="Google Shape;289;p90"/>
          <p:cNvSpPr txBox="1"/>
          <p:nvPr>
            <p:ph idx="9" type="body"/>
          </p:nvPr>
        </p:nvSpPr>
        <p:spPr>
          <a:xfrm>
            <a:off x="8003706" y="4104388"/>
            <a:ext cx="3367810" cy="3984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2000"/>
              <a:buFont typeface="Lato"/>
              <a:buNone/>
              <a:defRPr sz="2000">
                <a:solidFill>
                  <a:srgbClr val="B83A4B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7084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240"/>
              <a:buChar char="•"/>
              <a:defRPr sz="2000">
                <a:latin typeface="Lato"/>
                <a:ea typeface="Lato"/>
                <a:cs typeface="Lato"/>
                <a:sym typeface="Lato"/>
              </a:defRPr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0" name="Google Shape;290;p90"/>
          <p:cNvSpPr txBox="1"/>
          <p:nvPr>
            <p:ph idx="12" type="sldNum"/>
          </p:nvPr>
        </p:nvSpPr>
        <p:spPr>
          <a:xfrm>
            <a:off x="8610600" y="628282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0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91" name="Google Shape;291;p90"/>
          <p:cNvSpPr txBox="1"/>
          <p:nvPr>
            <p:ph type="title"/>
          </p:nvPr>
        </p:nvSpPr>
        <p:spPr>
          <a:xfrm>
            <a:off x="800099" y="266701"/>
            <a:ext cx="10596995" cy="6321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C1515"/>
              </a:buClr>
              <a:buSzPts val="3200"/>
              <a:buFont typeface="Lato"/>
              <a:buNone/>
              <a:defRPr b="1"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292" name="Google Shape;292;p90"/>
          <p:cNvCxnSpPr/>
          <p:nvPr/>
        </p:nvCxnSpPr>
        <p:spPr>
          <a:xfrm>
            <a:off x="800100" y="927135"/>
            <a:ext cx="10553700" cy="0"/>
          </a:xfrm>
          <a:prstGeom prst="straightConnector1">
            <a:avLst/>
          </a:prstGeom>
          <a:noFill/>
          <a:ln cap="flat" cmpd="sng" w="9525">
            <a:solidFill>
              <a:srgbClr val="8C1515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2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slideLayout" Target="../slideLayouts/slideLayout24.xml"/><Relationship Id="rId13" Type="http://schemas.openxmlformats.org/officeDocument/2006/relationships/slideLayout" Target="../slideLayouts/slideLayout25.xml"/><Relationship Id="rId14" Type="http://schemas.openxmlformats.org/officeDocument/2006/relationships/slideLayout" Target="../slideLayouts/slideLayout26.xml"/><Relationship Id="rId15" Type="http://schemas.openxmlformats.org/officeDocument/2006/relationships/slideLayout" Target="../slideLayouts/slideLayout27.xml"/><Relationship Id="rId16" Type="http://schemas.openxmlformats.org/officeDocument/2006/relationships/slideLayout" Target="../slideLayouts/slideLayout28.xml"/><Relationship Id="rId17" Type="http://schemas.openxmlformats.org/officeDocument/2006/relationships/slideLayout" Target="../slideLayouts/slideLayout29.xml"/><Relationship Id="rId18" Type="http://schemas.openxmlformats.org/officeDocument/2006/relationships/slideLayout" Target="../slideLayouts/slideLayout30.xml"/><Relationship Id="rId19" Type="http://schemas.openxmlformats.org/officeDocument/2006/relationships/slideLayout" Target="../slideLayouts/slideLayout31.xml"/><Relationship Id="rId20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59"/>
          <p:cNvSpPr txBox="1"/>
          <p:nvPr>
            <p:ph type="title"/>
          </p:nvPr>
        </p:nvSpPr>
        <p:spPr>
          <a:xfrm>
            <a:off x="800100" y="636586"/>
            <a:ext cx="10553700" cy="107451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C1515"/>
              </a:buClr>
              <a:buSzPts val="4800"/>
              <a:buFont typeface="Lato"/>
              <a:buNone/>
              <a:defRPr b="1" i="0" sz="4800" u="none" cap="none" strike="noStrike">
                <a:solidFill>
                  <a:srgbClr val="8C1515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59"/>
          <p:cNvSpPr txBox="1"/>
          <p:nvPr>
            <p:ph idx="1" type="body"/>
          </p:nvPr>
        </p:nvSpPr>
        <p:spPr>
          <a:xfrm>
            <a:off x="800100" y="1998482"/>
            <a:ext cx="10553700" cy="39969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600"/>
              <a:buFont typeface="Lato"/>
              <a:buNone/>
              <a:defRPr b="0" i="0" sz="16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42392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B83A4B"/>
              </a:buClr>
              <a:buSzPts val="1792"/>
              <a:buFont typeface="Arial"/>
              <a:buChar char="•"/>
              <a:defRPr b="0" i="0" sz="16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34036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B83A4B"/>
              </a:buClr>
              <a:buSzPts val="1760"/>
              <a:buFont typeface="Arial"/>
              <a:buChar char="•"/>
              <a:defRPr b="0" i="0" sz="16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328168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B83A4B"/>
              </a:buClr>
              <a:buSzPts val="1568"/>
              <a:buFont typeface="Arial"/>
              <a:buChar char="•"/>
              <a:defRPr b="0" i="0" sz="14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328168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B83A4B"/>
              </a:buClr>
              <a:buSzPts val="1568"/>
              <a:buFont typeface="Arial"/>
              <a:buChar char="•"/>
              <a:defRPr b="0" i="1" sz="14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88">
          <p15:clr>
            <a:srgbClr val="F26B43"/>
          </p15:clr>
        </p15:guide>
        <p15:guide id="2" orient="horz" pos="408">
          <p15:clr>
            <a:srgbClr val="F26B43"/>
          </p15:clr>
        </p15:guide>
        <p15:guide id="3" orient="horz" pos="1104">
          <p15:clr>
            <a:srgbClr val="F26B43"/>
          </p15:clr>
        </p15:guide>
        <p15:guide id="4" orient="horz" pos="1464">
          <p15:clr>
            <a:srgbClr val="F26B43"/>
          </p15:clr>
        </p15:guide>
        <p15:guide id="5" pos="3840">
          <p15:clr>
            <a:srgbClr val="F26B43"/>
          </p15:clr>
        </p15:guide>
        <p15:guide id="6" pos="504">
          <p15:clr>
            <a:srgbClr val="F26B43"/>
          </p15:clr>
        </p15:guide>
        <p15:guide id="7" pos="7152">
          <p15:clr>
            <a:srgbClr val="F26B43"/>
          </p15:clr>
        </p15:guide>
        <p15:guide id="8" orient="horz" pos="3984">
          <p15:clr>
            <a:srgbClr val="F26B43"/>
          </p15:clr>
        </p15:guide>
        <p15:guide id="9" orient="horz" pos="4128">
          <p15:clr>
            <a:srgbClr val="F26B43"/>
          </p15:clr>
        </p15:guide>
        <p15:guide id="10" orient="horz" pos="3816">
          <p15:clr>
            <a:srgbClr val="F26B43"/>
          </p15:clr>
        </p15:guide>
        <p15:guide id="11" pos="432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61"/>
          <p:cNvSpPr txBox="1"/>
          <p:nvPr>
            <p:ph type="title"/>
          </p:nvPr>
        </p:nvSpPr>
        <p:spPr>
          <a:xfrm>
            <a:off x="800100" y="636586"/>
            <a:ext cx="10553700" cy="107451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C1515"/>
              </a:buClr>
              <a:buSzPts val="3600"/>
              <a:buFont typeface="Lato"/>
              <a:buNone/>
              <a:defRPr b="1" i="0" sz="3600" u="none" cap="none" strike="noStrike">
                <a:solidFill>
                  <a:srgbClr val="8C1515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9" name="Google Shape;119;p61"/>
          <p:cNvSpPr txBox="1"/>
          <p:nvPr>
            <p:ph idx="1" type="body"/>
          </p:nvPr>
        </p:nvSpPr>
        <p:spPr>
          <a:xfrm>
            <a:off x="800100" y="1998482"/>
            <a:ext cx="10553700" cy="39969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B83A4B"/>
              </a:buClr>
              <a:buSzPts val="1600"/>
              <a:buFont typeface="Lato"/>
              <a:buNone/>
              <a:defRPr b="0" i="0" sz="1600" u="none" cap="none" strike="noStrik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42392" lvl="1" marL="914400" marR="0" rtl="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rgbClr val="B83A4B"/>
              </a:buClr>
              <a:buSzPts val="1792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340360" lvl="2" marL="1371600" marR="0" rtl="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rgbClr val="B83A4B"/>
              </a:buClr>
              <a:buSzPts val="176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328168" lvl="3" marL="1828800" marR="0" rtl="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rgbClr val="B83A4B"/>
              </a:buClr>
              <a:buSzPts val="1568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328168" lvl="4" marL="2286000" marR="0" rtl="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rgbClr val="B83A4B"/>
              </a:buClr>
              <a:buSzPts val="1568"/>
              <a:buFont typeface="Arial"/>
              <a:buChar char="•"/>
              <a:defRPr b="0" i="1" sz="1400" u="none" cap="none" strike="noStrik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0" name="Google Shape;120;p61"/>
          <p:cNvSpPr txBox="1"/>
          <p:nvPr>
            <p:ph idx="12" type="sldNum"/>
          </p:nvPr>
        </p:nvSpPr>
        <p:spPr>
          <a:xfrm>
            <a:off x="8610600" y="628282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0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21" name="Google Shape;121;p6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788670" y="6361842"/>
            <a:ext cx="643152" cy="212519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674" r:id="rId13"/>
    <p:sldLayoutId id="2147483675" r:id="rId14"/>
    <p:sldLayoutId id="2147483676" r:id="rId15"/>
    <p:sldLayoutId id="2147483677" r:id="rId16"/>
    <p:sldLayoutId id="2147483678" r:id="rId17"/>
    <p:sldLayoutId id="2147483679" r:id="rId18"/>
    <p:sldLayoutId id="2147483680" r:id="rId1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064300" cy="7131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8F1D27"/>
                </a:solidFill>
              </a:defRPr>
            </a:pPr>
            <a:r>
              <a:t>AI-Assisted Feature Addition To Existing Code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11091600" cy="20100"/>
          </a:xfrm>
          <a:prstGeom prst="rect">
            <a:avLst/>
          </a:prstGeom>
          <a:solidFill>
            <a:srgbClr val="8F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30000"/>
            <a:ext cx="110643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A83E54"/>
                </a:solidFill>
              </a:defRPr>
            </a:pPr>
            <a:r>
              <a:t>Generative AI Use Case 2  •  Ben Reese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000"/>
            <a:ext cx="110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600" b="0">
                <a:solidFill>
                  <a:srgbClr val="5C5C5C"/>
                </a:solidFill>
              </a:defRPr>
            </a:pPr>
          </a:p>
          <a:p>
            <a:pPr>
              <a:defRPr sz="1600" b="0">
                <a:solidFill>
                  <a:srgbClr val="2B2B2B"/>
                </a:solidFill>
              </a:defRPr>
            </a:pPr>
            <a:r>
              <a:t>Tool: Claude Code (Anthropic CLI agent)</a:t>
            </a:r>
          </a:p>
          <a:p>
            <a:pPr>
              <a:defRPr sz="800" b="0">
                <a:solidFill>
                  <a:srgbClr val="5C5C5C"/>
                </a:solidFill>
              </a:defRPr>
            </a:pPr>
          </a:p>
          <a:p>
            <a:pPr>
              <a:defRPr sz="1400" b="0">
                <a:solidFill>
                  <a:srgbClr val="5C5C5C"/>
                </a:solidFill>
              </a:defRPr>
            </a:pPr>
            <a:r>
              <a:t>A 30-minute session converting a fixed-point PID controller</a:t>
            </a:r>
          </a:p>
          <a:p>
            <a:pPr>
              <a:defRPr sz="1400" b="0">
                <a:solidFill>
                  <a:srgbClr val="5C5C5C"/>
                </a:solidFill>
              </a:defRPr>
            </a:pPr>
            <a:r>
              <a:t>to floating point — across VHDL, Python, and build infrastructure.</a:t>
            </a:r>
          </a:p>
          <a:p>
            <a:pPr>
              <a:defRPr sz="800" b="0">
                <a:solidFill>
                  <a:srgbClr val="5C5C5C"/>
                </a:solidFill>
              </a:defRPr>
            </a:pPr>
          </a:p>
          <a:p>
            <a:pPr>
              <a:defRPr sz="1400" b="0">
                <a:solidFill>
                  <a:srgbClr val="5C5C5C"/>
                </a:solidFill>
              </a:defRPr>
            </a:pPr>
            <a:r>
              <a:t>• ~800 lines of production code generated</a:t>
            </a:r>
          </a:p>
          <a:p>
            <a:pPr>
              <a:defRPr sz="1400" b="0">
                <a:solidFill>
                  <a:srgbClr val="5C5C5C"/>
                </a:solidFill>
              </a:defRPr>
            </a:pPr>
            <a:r>
              <a:t>• 15 files created/modified</a:t>
            </a:r>
          </a:p>
          <a:p>
            <a:pPr>
              <a:defRPr sz="1400" b="0">
                <a:solidFill>
                  <a:srgbClr val="5C5C5C"/>
                </a:solidFill>
              </a:defRPr>
            </a:pPr>
            <a:r>
              <a:t>• FPGA firmware + Python drivers + build 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064300" cy="7131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8F1D27"/>
                </a:solidFill>
              </a:defRPr>
            </a:pPr>
            <a:r>
              <a:t>The Task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11091600" cy="20100"/>
          </a:xfrm>
          <a:prstGeom prst="rect">
            <a:avLst/>
          </a:prstGeom>
          <a:solidFill>
            <a:srgbClr val="8F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30000"/>
            <a:ext cx="110643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A83E54"/>
                </a:solidFill>
              </a:defRPr>
            </a:pPr>
            <a:r>
              <a:t>Converting a Fixed-Point PID Controller to Floating 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000"/>
            <a:ext cx="5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B2B2B"/>
                </a:solidFill>
              </a:defRPr>
            </a:pPr>
            <a:r>
              <a:t>The system: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• FPGA-based detector readout (VHDL + Python control software)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• PID servo module: ~1000 lines of VHDL, 8 parallel instances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• Goal: replace fixed-point math with IEEE 754 float32</a:t>
            </a:r>
          </a:p>
          <a:p>
            <a:pPr>
              <a:defRPr sz="1200" b="0">
                <a:solidFill>
                  <a:srgbClr val="5C5C5C"/>
                </a:solidFill>
              </a:defRPr>
            </a:pPr>
            <a:r>
              <a:t>    → Better dynamic range, simpler coefficient tuning</a:t>
            </a:r>
          </a:p>
          <a:p>
            <a:pPr>
              <a:defRPr sz="1200" b="0">
                <a:solidFill>
                  <a:srgbClr val="5C5C5C"/>
                </a:solidFill>
              </a:defRPr>
            </a:pPr>
            <a:r>
              <a:t>    → Reuse Xilinx FP IP cores already in the design</a:t>
            </a:r>
          </a:p>
          <a:p>
            <a:pPr>
              <a:defRPr sz="800" b="0">
                <a:solidFill>
                  <a:srgbClr val="5C5C5C"/>
                </a:solidFill>
              </a:defRPr>
            </a:pPr>
          </a:p>
          <a:p>
            <a:pPr>
              <a:defRPr sz="1400" b="1">
                <a:solidFill>
                  <a:srgbClr val="2B2B2B"/>
                </a:solidFill>
              </a:defRPr>
            </a:pPr>
            <a:r>
              <a:t>Why this is a good AI-assisted task: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• Not greenfield — must integrate into a large existing codebase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• Crosses firmware (VHDL) and software (Python) boundaries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• Requires understanding existing design before writing new code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• Many files touched, but the design work is the hard part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00000" y="1600000"/>
            <a:ext cx="4800000" cy="4500000"/>
          </a:xfrm>
          <a:prstGeom prst="roundRect">
            <a:avLst/>
          </a:prstGeom>
          <a:solidFill>
            <a:srgbClr val="1E1E2E"/>
          </a:solidFill>
          <a:ln w="12700">
            <a:solidFill>
              <a:srgbClr val="44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tIns="100000" rIns="150000"/>
          <a:lstStyle/>
          <a:p>
            <a:pPr algn="ctr">
              <a:defRPr sz="900">
                <a:solidFill>
                  <a:srgbClr val="888899"/>
                </a:solidFill>
                <a:latin typeface="Courier New"/>
              </a:defRPr>
            </a:pPr>
            <a:r>
              <a:t>── AdcDsp.vhd (existing fixed-point) ──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when PID_P_S =&gt;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v.pidResult := resize(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r.pidResult +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(r.pidCoef * r.pidMultiplier),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v.pidResult);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v.pidCoef       := iSfixed;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v.pidMultiplier := r.sumAccum;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v.state         := PID_I_S;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when PID_I_S =&gt;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v.pidResult := resize(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r.pidResult +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(r.pidCoef * r.pidMultiplier),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v.pidResult);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v.pidCoef       := dSfixed;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v.pidMultiplier := resize(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r.lastAccumError - r.accumError,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v.pidMultiplier);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v.state         := PID_D_S;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when PID_D_S =&gt;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pidResultNext := resize(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r.pidResult +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(r.pidCoef * r.pidMultiplier),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pidResultNext);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v.pidResult := pidResultNext;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064300" cy="7131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8F1D27"/>
                </a:solidFill>
              </a:defRPr>
            </a:pPr>
            <a:r>
              <a:t>The Workflow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11091600" cy="20100"/>
          </a:xfrm>
          <a:prstGeom prst="rect">
            <a:avLst/>
          </a:prstGeom>
          <a:solidFill>
            <a:srgbClr val="8F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30000"/>
            <a:ext cx="110643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A83E54"/>
                </a:solidFill>
              </a:defRPr>
            </a:pPr>
            <a:r>
              <a:t>Claude Code operates in the terminal alongside your normal dev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000"/>
            <a:ext cx="52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C5C5C"/>
                </a:solidFill>
              </a:defRPr>
            </a:pPr>
            <a:r>
              <a:t>1. Explore — Agent reads codebase, understands architecture</a:t>
            </a:r>
          </a:p>
          <a:p>
            <a:pPr>
              <a:defRPr sz="1400" b="0">
                <a:solidFill>
                  <a:srgbClr val="5C5C5C"/>
                </a:solidFill>
              </a:defRPr>
            </a:pPr>
            <a:r>
              <a:t>2. Plan — Proposes approach, asks clarifying questions</a:t>
            </a:r>
          </a:p>
          <a:p>
            <a:pPr>
              <a:defRPr sz="1400" b="0">
                <a:solidFill>
                  <a:srgbClr val="5C5C5C"/>
                </a:solidFill>
              </a:defRPr>
            </a:pPr>
            <a:r>
              <a:t>3. Implement — Writes code across multiple files</a:t>
            </a:r>
          </a:p>
          <a:p>
            <a:pPr>
              <a:defRPr sz="1400" b="0">
                <a:solidFill>
                  <a:srgbClr val="5C5C5C"/>
                </a:solidFill>
              </a:defRPr>
            </a:pPr>
            <a:r>
              <a:t>4. Iterate — Responds to feedback, fixes issues</a:t>
            </a:r>
          </a:p>
          <a:p>
            <a:pPr>
              <a:defRPr sz="1400" b="0">
                <a:solidFill>
                  <a:srgbClr val="5C5C5C"/>
                </a:solidFill>
              </a:defRPr>
            </a:pPr>
            <a:r>
              <a:t>5. Document — Creates plan docs and progress tracking</a:t>
            </a:r>
          </a:p>
          <a:p>
            <a:pPr>
              <a:defRPr sz="800" b="0">
                <a:solidFill>
                  <a:srgbClr val="5C5C5C"/>
                </a:solidFill>
              </a:defRPr>
            </a:pP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~30 minutes of interaction for a feature that would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take a day or more by hand.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00000" y="1600000"/>
            <a:ext cx="5400000" cy="4600000"/>
          </a:xfrm>
          <a:prstGeom prst="roundRect">
            <a:avLst/>
          </a:prstGeom>
          <a:solidFill>
            <a:srgbClr val="1E1E2E"/>
          </a:solidFill>
          <a:ln w="12700">
            <a:solidFill>
              <a:srgbClr val="44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tIns="100000" rIns="150000"/>
          <a:lstStyle/>
          <a:p>
            <a:pPr algn="ctr">
              <a:defRPr sz="900">
                <a:solidFill>
                  <a:srgbClr val="888899"/>
                </a:solidFill>
                <a:latin typeface="Courier New"/>
              </a:defRPr>
            </a:pPr>
            <a:r>
              <a:t>── claude ──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╭─────────────────────────────────────────╮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│ &gt; Let's focus on the                    │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│   ColumnFpgaBoard325Coordinator10G      │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│   target. In the data path, there is    │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│   a AdcDsp.vhd block that implements    │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│   a fixed point PID calculation. I'd    │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│   like to adapt this module to use      │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│   floating point math for the PID       │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│   calculation. The design already has   │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│   some floating point math happening    │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│   in it, and a few Vivado IP cores are  │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│   utilized for this. Let's make a plan. │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╰─────────────────────────────────────────╯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I'll explore the codebase to understand the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existing floating point infrastructure and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the target structure before planning.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Agent(Explore): existing FP infrastructure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Agent(Explore): target and data path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Agent(Explore): PID state and RAM usage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Found: FpMac (4-cyc FMA), Int2Fp (2-cyc),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BiquadFilter.vhd demonstrates the pattern...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064300" cy="7131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8F1D27"/>
                </a:solidFill>
              </a:defRPr>
            </a:pPr>
            <a:r>
              <a:t>AGENTS.md — Giving the Agent Context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11091600" cy="20100"/>
          </a:xfrm>
          <a:prstGeom prst="rect">
            <a:avLst/>
          </a:prstGeom>
          <a:solidFill>
            <a:srgbClr val="8F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30000"/>
            <a:ext cx="110643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A83E54"/>
                </a:solidFill>
              </a:defRPr>
            </a:pPr>
            <a:r>
              <a:t>The single most impactful thing you can add to a repo for AI assistance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000"/>
            <a:ext cx="45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B2B2B"/>
                </a:solidFill>
              </a:defRPr>
            </a:pPr>
            <a:r>
              <a:t>A Markdown file at the repo root: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• Architecture and data flow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• Where to find things (file/directory map)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• Naming conventions and coding patterns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• How to start for each task area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• Build system patterns</a:t>
            </a:r>
          </a:p>
          <a:p>
            <a:pPr>
              <a:defRPr sz="600" b="0">
                <a:solidFill>
                  <a:srgbClr val="5C5C5C"/>
                </a:solidFill>
              </a:defRPr>
            </a:pP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Without → agent guesses for many turns</a:t>
            </a:r>
          </a:p>
          <a:p>
            <a:pPr>
              <a:defRPr sz="1300" b="1">
                <a:solidFill>
                  <a:srgbClr val="2B2B2B"/>
                </a:solidFill>
              </a:defRPr>
            </a:pPr>
            <a:r>
              <a:t>With → immediate navigation, correct</a:t>
            </a:r>
          </a:p>
          <a:p>
            <a:pPr>
              <a:defRPr sz="1300" b="1">
                <a:solidFill>
                  <a:srgbClr val="2B2B2B"/>
                </a:solidFill>
              </a:defRPr>
            </a:pPr>
            <a:r>
              <a:t>conventions from the start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00000" y="1500000"/>
            <a:ext cx="6500000" cy="4800000"/>
          </a:xfrm>
          <a:prstGeom prst="roundRect">
            <a:avLst/>
          </a:prstGeom>
          <a:solidFill>
            <a:srgbClr val="1E1E2E"/>
          </a:solidFill>
          <a:ln w="12700">
            <a:solidFill>
              <a:srgbClr val="44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tIns="100000" rIns="150000"/>
          <a:lstStyle/>
          <a:p>
            <a:pPr algn="ctr">
              <a:defRPr sz="900">
                <a:solidFill>
                  <a:srgbClr val="888899"/>
                </a:solidFill>
                <a:latin typeface="Courier New"/>
              </a:defRPr>
            </a:pPr>
            <a:r>
              <a:t>── AGENTS.md (excerpts) ──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## Project Summary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Warm TDM is a time-division multiplexing detector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readout system for TES bolometric detector arrays.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### Data Flow (Column Board)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AD9681 ADC → DataPath → AdcDsp (PID + flux-jump)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→ EventBuilder → PGP Stream → Host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   ↕ FastDacDriver (SQ1 feedback)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## Essential Reading by Task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| Task Area       | Start With               |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|-----------------|--------------------------|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| DSP / data path | DataPath.vhd, AdcDsp.vhd |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|                 | BiquadFilter.vhd          |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| Timing protocol | TimingPkg.vhd, TimingTx   |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| Communication   | PgpEthCore, RingRouter    |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## Firmware Conventions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- Library: All RTL loaded as -lib warm_tdm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- VHDL standard: 2008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- Generics suffixed _G (TPD_G, SIMULATION_G)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- Constants suffixed _C (AXIL_CLK_FREQ_C)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- Architecture always named `rtl`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For substantial feature work, keep planning,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progress, and handoff Markdown under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docs/plans/&lt;task-name&gt;/.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064300" cy="7131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8F1D27"/>
                </a:solidFill>
              </a:defRPr>
            </a:pPr>
            <a:r>
              <a:t>AGENTS.md → Plan Docs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11091600" cy="20100"/>
          </a:xfrm>
          <a:prstGeom prst="rect">
            <a:avLst/>
          </a:prstGeom>
          <a:solidFill>
            <a:srgbClr val="8F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30000"/>
            <a:ext cx="110643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A83E54"/>
                </a:solidFill>
              </a:defRPr>
            </a:pPr>
            <a:r>
              <a:t>Agent automatically created docs/plans/fp-dsp-pid/PLAN.md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000"/>
            <a:ext cx="45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B2B2B"/>
                </a:solidFill>
              </a:defRPr>
            </a:pPr>
            <a:r>
              <a:t>Why plan docs matter:</a:t>
            </a:r>
          </a:p>
          <a:p>
            <a:pPr>
              <a:defRPr sz="400" b="0">
                <a:solidFill>
                  <a:srgbClr val="5C5C5C"/>
                </a:solidFill>
              </a:defRPr>
            </a:pP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• Plans survive context resets</a:t>
            </a:r>
          </a:p>
          <a:p>
            <a:pPr>
              <a:defRPr sz="1200" b="0">
                <a:solidFill>
                  <a:srgbClr val="5C5C5C"/>
                </a:solidFill>
              </a:defRPr>
            </a:pPr>
            <a:r>
              <a:t>  → agent resumes in new sessions</a:t>
            </a:r>
          </a:p>
          <a:p>
            <a:pPr>
              <a:defRPr sz="400" b="0">
                <a:solidFill>
                  <a:srgbClr val="5C5C5C"/>
                </a:solidFill>
              </a:defRPr>
            </a:pP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• Engineers review before code</a:t>
            </a:r>
          </a:p>
          <a:p>
            <a:pPr>
              <a:defRPr sz="1200" b="0">
                <a:solidFill>
                  <a:srgbClr val="5C5C5C"/>
                </a:solidFill>
              </a:defRPr>
            </a:pPr>
            <a:r>
              <a:t>  → catch issues early</a:t>
            </a:r>
          </a:p>
          <a:p>
            <a:pPr>
              <a:defRPr sz="400" b="0">
                <a:solidFill>
                  <a:srgbClr val="5C5C5C"/>
                </a:solidFill>
              </a:defRPr>
            </a:pP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• Decisions + rationale captured</a:t>
            </a:r>
          </a:p>
          <a:p>
            <a:pPr>
              <a:defRPr sz="1200" b="0">
                <a:solidFill>
                  <a:srgbClr val="5C5C5C"/>
                </a:solidFill>
              </a:defRPr>
            </a:pPr>
            <a:r>
              <a:t>  → not buried in chat logs</a:t>
            </a:r>
          </a:p>
          <a:p>
            <a:pPr>
              <a:defRPr sz="800" b="0">
                <a:solidFill>
                  <a:srgbClr val="5C5C5C"/>
                </a:solidFill>
              </a:defRPr>
            </a:pPr>
          </a:p>
          <a:p>
            <a:pPr>
              <a:defRPr sz="1200" b="0">
                <a:solidFill>
                  <a:srgbClr val="5C5C5C"/>
                </a:solidFill>
              </a:defRPr>
            </a:pPr>
            <a:r>
              <a:t>This example fit in one session.</a:t>
            </a:r>
          </a:p>
          <a:p>
            <a:pPr>
              <a:defRPr sz="1200" b="0">
                <a:solidFill>
                  <a:srgbClr val="5C5C5C"/>
                </a:solidFill>
              </a:defRPr>
            </a:pPr>
            <a:r>
              <a:t>Most features won't — plan docs</a:t>
            </a:r>
          </a:p>
          <a:p>
            <a:pPr>
              <a:defRPr sz="1200" b="1">
                <a:solidFill>
                  <a:srgbClr val="2B2B2B"/>
                </a:solidFill>
              </a:defRPr>
            </a:pPr>
            <a:r>
              <a:t>become essential for continuity.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0000" y="1500000"/>
            <a:ext cx="6200000" cy="4800000"/>
          </a:xfrm>
          <a:prstGeom prst="roundRect">
            <a:avLst/>
          </a:prstGeom>
          <a:solidFill>
            <a:srgbClr val="1E1E2E"/>
          </a:solidFill>
          <a:ln w="12700">
            <a:solidFill>
              <a:srgbClr val="44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tIns="100000" rIns="150000"/>
          <a:lstStyle/>
          <a:p>
            <a:pPr algn="ctr">
              <a:defRPr sz="900">
                <a:solidFill>
                  <a:srgbClr val="888899"/>
                </a:solidFill>
                <a:latin typeface="Courier New"/>
              </a:defRPr>
            </a:pPr>
            <a:r>
              <a:t>── docs/plans/fp-dsp-pid/PLAN.md ──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# Floating-Point PID (AdcDspFp)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## Scope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New module, port-compatible with AdcDsp,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selectable via USE_FLOAT_PID_G generic.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## Architecture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| Core   | Operation   | Latency  |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|--------|-------------|----------|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| FpMac  | A*B+C       | 4 cycles |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| Int2Fp | int → float | 2 cycles |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| Fp2Int | float → int | 2 cycles |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## Key Design Decisions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1. Track unwrapped feedback value as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 primary state (simplifies flux jump)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2. Pass float directly to downstream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 filter (skip redundant conversion)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3. Iterative flux jump loop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 (handles multi-quantum jumps)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## State Machine (~38 cycles common case)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ACCUMULATE → Int2Fp → P_FMA → I_FMA →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D_DIFF_FMA → D_FMA → SQ1FB_ADD_FMA →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DERIVE_WRAPPED → Fp2Int → FLUX_CHECK →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ANTI_WINDUP → SUM_UPDATE → DATA_STREAM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064300" cy="7131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8F1D27"/>
                </a:solidFill>
              </a:defRPr>
            </a:pPr>
            <a:r>
              <a:t>Plan → Iteration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11091600" cy="20100"/>
          </a:xfrm>
          <a:prstGeom prst="rect">
            <a:avLst/>
          </a:prstGeom>
          <a:solidFill>
            <a:srgbClr val="8F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30000"/>
            <a:ext cx="110643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A83E54"/>
                </a:solidFill>
              </a:defRPr>
            </a:pPr>
            <a:r>
              <a:t>The plan evolved through back-and-forth design dialogue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000"/>
            <a:ext cx="5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B2B2B"/>
                </a:solidFill>
              </a:defRPr>
            </a:pPr>
            <a:r>
              <a:t>"New module or modify in place?"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  → New file + generic to select</a:t>
            </a:r>
          </a:p>
          <a:p>
            <a:pPr>
              <a:defRPr sz="600" b="0">
                <a:solidFill>
                  <a:srgbClr val="5C5C5C"/>
                </a:solidFill>
              </a:defRPr>
            </a:pPr>
          </a:p>
          <a:p>
            <a:pPr>
              <a:defRPr sz="1300" b="0">
                <a:solidFill>
                  <a:srgbClr val="2B2B2B"/>
                </a:solidFill>
              </a:defRPr>
            </a:pPr>
            <a:r>
              <a:t>"Can we pass float directly to the next filter stage?"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  → Yes — added bypass generic, eliminates 8 redundant conversions</a:t>
            </a:r>
          </a:p>
          <a:p>
            <a:pPr>
              <a:defRPr sz="600" b="0">
                <a:solidFill>
                  <a:srgbClr val="5C5C5C"/>
                </a:solidFill>
              </a:defRPr>
            </a:pPr>
          </a:p>
          <a:p>
            <a:pPr>
              <a:defRPr sz="1300" b="0">
                <a:solidFill>
                  <a:srgbClr val="2B2B2B"/>
                </a:solidFill>
              </a:defRPr>
            </a:pPr>
            <a:r>
              <a:t>"How does anti-windup work in float domain?"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  → Sign-bit comparison, no extra FP operation needed</a:t>
            </a:r>
          </a:p>
          <a:p>
            <a:pPr>
              <a:defRPr sz="600" b="0">
                <a:solidFill>
                  <a:srgbClr val="5C5C5C"/>
                </a:solidFill>
              </a:defRPr>
            </a:pPr>
          </a:p>
          <a:p>
            <a:pPr>
              <a:defRPr sz="1300" b="0">
                <a:solidFill>
                  <a:srgbClr val="2B2B2B"/>
                </a:solidFill>
              </a:defRPr>
            </a:pPr>
            <a:r>
              <a:t>"Support multi-quantum flux jumps?"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  → Iterative integer loop, widened counter from 9 to 16 bits</a:t>
            </a:r>
          </a:p>
          <a:p>
            <a:pPr>
              <a:defRPr sz="1000" b="0">
                <a:solidFill>
                  <a:srgbClr val="5C5C5C"/>
                </a:solidFill>
              </a:defRPr>
            </a:pPr>
          </a:p>
          <a:p>
            <a:pPr>
              <a:defRPr sz="1400" b="1">
                <a:solidFill>
                  <a:srgbClr val="2B2B2B"/>
                </a:solidFill>
              </a:defRPr>
            </a:pPr>
            <a:r>
              <a:t>The agent participates in design — but the engineer</a:t>
            </a:r>
          </a:p>
          <a:p>
            <a:pPr>
              <a:defRPr sz="1400" b="1">
                <a:solidFill>
                  <a:srgbClr val="2B2B2B"/>
                </a:solidFill>
              </a:defRPr>
            </a:pPr>
            <a:r>
              <a:t>makes the architectural calls.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00000" y="1600000"/>
            <a:ext cx="4800000" cy="4600000"/>
          </a:xfrm>
          <a:prstGeom prst="roundRect">
            <a:avLst/>
          </a:prstGeom>
          <a:solidFill>
            <a:srgbClr val="1E1E2E"/>
          </a:solidFill>
          <a:ln w="12700">
            <a:solidFill>
              <a:srgbClr val="44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tIns="100000"/>
          <a:lstStyle/>
          <a:p>
            <a:pPr algn="ctr">
              <a:defRPr sz="1000">
                <a:solidFill>
                  <a:srgbClr val="4EC9B0"/>
                </a:solidFill>
                <a:latin typeface="Courier New"/>
              </a:defRPr>
            </a:pPr>
            <a:r>
              <a:t>[Screenshot: Plan mode Q&amp;A in terminal]</a:t>
            </a:r>
            <a:br/>
            <a:br/>
            <a:r>
              <a:t>┌ Question ─────────────────────────┐</a:t>
            </a:r>
            <a:br/>
            <a:r>
              <a:t>│ Should we create a new module      │</a:t>
            </a:r>
            <a:br/>
            <a:r>
              <a:t>│ (AdcDspFp.vhd) or modify AdcDsp   │</a:t>
            </a:r>
            <a:br/>
            <a:r>
              <a:t>│ in place?                          │</a:t>
            </a:r>
            <a:br/>
            <a:r>
              <a:t>│                                    │</a:t>
            </a:r>
            <a:br/>
            <a:r>
              <a:t>│ ● New module (AdcDspFp.vhd)        │</a:t>
            </a:r>
            <a:br/>
            <a:r>
              <a:t>│ ○ Modify in place with generic     │</a:t>
            </a:r>
            <a:br/>
            <a:r>
              <a:t>│ ○ Modify in place, replace         │</a:t>
            </a:r>
            <a:br/>
            <a:r>
              <a:t>└────────────────────────────────────┘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064300" cy="7131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8F1D27"/>
                </a:solidFill>
              </a:defRPr>
            </a:pPr>
            <a:r>
              <a:t>Implementation Output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11091600" cy="20100"/>
          </a:xfrm>
          <a:prstGeom prst="rect">
            <a:avLst/>
          </a:prstGeom>
          <a:solidFill>
            <a:srgbClr val="8F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30000"/>
            <a:ext cx="110643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A83E54"/>
                </a:solidFill>
              </a:defRPr>
            </a:pPr>
            <a:r>
              <a:t>All created/modified in one ~30 minute session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000"/>
            <a:ext cx="54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E7D32"/>
                </a:solidFill>
              </a:defRPr>
            </a:pPr>
            <a:r>
              <a:t>Created:</a:t>
            </a:r>
          </a:p>
          <a:p>
            <a:pPr>
              <a:defRPr sz="1100" b="1">
                <a:solidFill>
                  <a:srgbClr val="2B2B2B"/>
                </a:solidFill>
                <a:latin typeface="Courier New"/>
              </a:defRPr>
            </a:pPr>
            <a:r>
              <a:t>firmware/common/warm_tdm/</a:t>
            </a:r>
          </a:p>
          <a:p>
            <a:pPr>
              <a:defRPr sz="1100" b="0">
                <a:solidFill>
                  <a:srgbClr val="5C5C5C"/>
                </a:solidFill>
                <a:latin typeface="Courier New"/>
              </a:defRPr>
            </a:pPr>
            <a:r>
              <a:t>  rtl/AdcDspFp.vhd</a:t>
            </a:r>
          </a:p>
          <a:p>
            <a:pPr>
              <a:defRPr sz="1100" b="0">
                <a:solidFill>
                  <a:srgbClr val="5C5C5C"/>
                </a:solidFill>
                <a:latin typeface="Courier New"/>
              </a:defRPr>
            </a:pPr>
            <a:r>
              <a:t>  ip/Fp2Int/Fp2Int.xci</a:t>
            </a:r>
          </a:p>
          <a:p>
            <a:pPr>
              <a:defRPr sz="1100" b="1">
                <a:solidFill>
                  <a:srgbClr val="2B2B2B"/>
                </a:solidFill>
                <a:latin typeface="Courier New"/>
              </a:defRPr>
            </a:pPr>
            <a:r>
              <a:t>firmware/python/warm_tdm/</a:t>
            </a:r>
          </a:p>
          <a:p>
            <a:pPr>
              <a:defRPr sz="1100" b="0">
                <a:solidFill>
                  <a:srgbClr val="5C5C5C"/>
                </a:solidFill>
                <a:latin typeface="Courier New"/>
              </a:defRPr>
            </a:pPr>
            <a:r>
              <a:t>  _AdcDspFp.py</a:t>
            </a:r>
          </a:p>
          <a:p>
            <a:pPr>
              <a:defRPr sz="600" b="0">
                <a:solidFill>
                  <a:srgbClr val="5C5C5C"/>
                </a:solidFill>
              </a:defRPr>
            </a:pPr>
          </a:p>
          <a:p>
            <a:pPr>
              <a:defRPr sz="1300" b="1">
                <a:solidFill>
                  <a:srgbClr val="1B3A5C"/>
                </a:solidFill>
              </a:defRPr>
            </a:pPr>
            <a:r>
              <a:t>Modified:</a:t>
            </a:r>
          </a:p>
          <a:p>
            <a:pPr>
              <a:defRPr sz="1100" b="1">
                <a:solidFill>
                  <a:srgbClr val="2B2B2B"/>
                </a:solidFill>
                <a:latin typeface="Courier New"/>
              </a:defRPr>
            </a:pPr>
            <a:r>
              <a:t>firmware/common/warm_tdm/</a:t>
            </a:r>
          </a:p>
          <a:p>
            <a:pPr>
              <a:defRPr sz="1100" b="0">
                <a:solidFill>
                  <a:srgbClr val="5C5C5C"/>
                </a:solidFill>
                <a:latin typeface="Courier New"/>
              </a:defRPr>
            </a:pPr>
            <a:r>
              <a:t>  rtl/DataPath.vhd</a:t>
            </a:r>
          </a:p>
          <a:p>
            <a:pPr>
              <a:defRPr sz="1100" b="0">
                <a:solidFill>
                  <a:srgbClr val="5C5C5C"/>
                </a:solidFill>
                <a:latin typeface="Courier New"/>
              </a:defRPr>
            </a:pPr>
            <a:r>
              <a:t>  rtl/BiquadFilter.vhd</a:t>
            </a:r>
          </a:p>
          <a:p>
            <a:pPr>
              <a:defRPr sz="1100" b="0">
                <a:solidFill>
                  <a:srgbClr val="5C5C5C"/>
                </a:solidFill>
                <a:latin typeface="Courier New"/>
              </a:defRPr>
            </a:pPr>
            <a:r>
              <a:t>  rtl/WarmTdmPkg.vhd</a:t>
            </a:r>
          </a:p>
          <a:p>
            <a:pPr>
              <a:defRPr sz="1100" b="0">
                <a:solidFill>
                  <a:srgbClr val="5C5C5C"/>
                </a:solidFill>
                <a:latin typeface="Courier New"/>
              </a:defRPr>
            </a:pPr>
            <a:r>
              <a:t>  ruckus.tcl</a:t>
            </a:r>
          </a:p>
          <a:p>
            <a:pPr>
              <a:defRPr sz="1100" b="1">
                <a:solidFill>
                  <a:srgbClr val="2B2B2B"/>
                </a:solidFill>
                <a:latin typeface="Courier New"/>
              </a:defRPr>
            </a:pPr>
            <a:r>
              <a:t>firmware/targets/ColumnFpgaBoard/</a:t>
            </a:r>
          </a:p>
          <a:p>
            <a:pPr>
              <a:defRPr sz="1100" b="0">
                <a:solidFill>
                  <a:srgbClr val="5C5C5C"/>
                </a:solidFill>
                <a:latin typeface="Courier New"/>
              </a:defRPr>
            </a:pPr>
            <a:r>
              <a:t>  rtl/ColumnFpgaBoard.vhd</a:t>
            </a:r>
          </a:p>
          <a:p>
            <a:pPr>
              <a:defRPr sz="1100" b="1">
                <a:solidFill>
                  <a:srgbClr val="2B2B2B"/>
                </a:solidFill>
                <a:latin typeface="Courier New"/>
              </a:defRPr>
            </a:pPr>
            <a:r>
              <a:t>firmware/targets/...Coordinator10G/</a:t>
            </a:r>
          </a:p>
          <a:p>
            <a:pPr>
              <a:defRPr sz="1100" b="0">
                <a:solidFill>
                  <a:srgbClr val="5C5C5C"/>
                </a:solidFill>
                <a:latin typeface="Courier New"/>
              </a:defRPr>
            </a:pPr>
            <a:r>
              <a:t>  ruckus.tcl</a:t>
            </a:r>
          </a:p>
          <a:p>
            <a:pPr>
              <a:defRPr sz="1100" b="1">
                <a:solidFill>
                  <a:srgbClr val="2B2B2B"/>
                </a:solidFill>
                <a:latin typeface="Courier New"/>
              </a:defRPr>
            </a:pPr>
            <a:r>
              <a:t>firmware/python/warm_tdm/</a:t>
            </a:r>
          </a:p>
          <a:p>
            <a:pPr>
              <a:defRPr sz="1100" b="0">
                <a:solidFill>
                  <a:srgbClr val="5C5C5C"/>
                </a:solidFill>
                <a:latin typeface="Courier New"/>
              </a:defRPr>
            </a:pPr>
            <a:r>
              <a:t>  _DataPath.py, _ColumnFpgaBoard.py</a:t>
            </a:r>
          </a:p>
          <a:p>
            <a:pPr>
              <a:defRPr sz="1100" b="0">
                <a:solidFill>
                  <a:srgbClr val="5C5C5C"/>
                </a:solidFill>
                <a:latin typeface="Courier New"/>
              </a:defRPr>
            </a:pPr>
            <a:r>
              <a:t>  _HardwareGroup.py, __init__.py</a:t>
            </a:r>
          </a:p>
          <a:p>
            <a:pPr>
              <a:defRPr sz="1100" b="1">
                <a:solidFill>
                  <a:srgbClr val="2B2B2B"/>
                </a:solidFill>
                <a:latin typeface="Courier New"/>
              </a:defRPr>
            </a:pPr>
            <a:r>
              <a:t>software/python/warm_tdm_api/</a:t>
            </a:r>
          </a:p>
          <a:p>
            <a:pPr>
              <a:defRPr sz="1100" b="0">
                <a:solidFill>
                  <a:srgbClr val="5C5C5C"/>
                </a:solidFill>
                <a:latin typeface="Courier New"/>
              </a:defRPr>
            </a:pPr>
            <a:r>
              <a:t>  _ArgParser.py, _GroupRoot.py, _Group.py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00000" y="1500000"/>
            <a:ext cx="5600000" cy="4800000"/>
          </a:xfrm>
          <a:prstGeom prst="roundRect">
            <a:avLst/>
          </a:prstGeom>
          <a:solidFill>
            <a:srgbClr val="1E1E2E"/>
          </a:solidFill>
          <a:ln w="12700">
            <a:solidFill>
              <a:srgbClr val="44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tIns="100000" rIns="150000"/>
          <a:lstStyle/>
          <a:p>
            <a:pPr algn="ctr">
              <a:defRPr sz="900">
                <a:solidFill>
                  <a:srgbClr val="888899"/>
                </a:solidFill>
                <a:latin typeface="Courier New"/>
              </a:defRPr>
            </a:pPr>
            <a:r>
              <a:t>── firmware/common/warm_tdm/rtl/AdcDspFp.vhd ──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-- AdcDspFp.vhd (generated)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when PID_P_S =&gt;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if (fpMacOutValid = '1') then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v.pidResultFp := fpMacOutData;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-- I term: result += I * sumAccum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v.fpMacInValid := '1';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v.fpMacA := r.sumAccumFp;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v.fpMacB := r.iCoef;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v.fpMacC := fpMacOutData;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v.state  := PID_I_S;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end if;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when PID_I_S =&gt;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if (fpMacOutValid = '1') then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v.pidResultFp := fpMacOutData;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-- D error: lastAccum - accumError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v.fpMacInValid := '1';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v.fpMacA := r.accumErrorFp;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v.fpMacB := X"BF800000"; -- -1.0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v.fpMacC := r.lastAccumErrorFp;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v.state  := PID_D_DIFF_S;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end if;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064300" cy="7131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8F1D27"/>
                </a:solidFill>
              </a:defRPr>
            </a:pPr>
            <a:r>
              <a:t>What Worked / What Needed a Human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11091600" cy="20100"/>
          </a:xfrm>
          <a:prstGeom prst="rect">
            <a:avLst/>
          </a:prstGeom>
          <a:solidFill>
            <a:srgbClr val="8F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55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E7D32"/>
                </a:solidFill>
              </a:defRPr>
            </a:pPr>
            <a:r>
              <a:t>Agent handled well: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• Reading &amp; comprehending large existing codebase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• Following established patterns (copied style from BiquadFilter)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• Cross-domain work (VHDL ↔ Python ↔ TCL build system)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• Responding to design feedback and updating coherently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• Auto-generating plan documentation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400000"/>
            <a:ext cx="55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8F1D27"/>
                </a:solidFill>
              </a:defRPr>
            </a:pPr>
            <a:r>
              <a:t>Required human judgment: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• Architecture decisions (new module vs. modify in place)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• Algorithm correctness (anti-windup semantics, thresholds)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• Catching missed conventions (review found missing patterns)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• Deciding what to test and how to verify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00000"/>
            <a:ext cx="110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B2B2B"/>
                </a:solidFill>
              </a:defRPr>
            </a:pPr>
            <a:r>
              <a:t>The AI accelerates implementation;</a:t>
            </a:r>
          </a:p>
          <a:p>
            <a:pPr>
              <a:defRPr sz="1600" b="1">
                <a:solidFill>
                  <a:srgbClr val="2B2B2B"/>
                </a:solidFill>
              </a:defRPr>
            </a:pPr>
            <a:r>
              <a:t>the engineer owns the design.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0000" y="1200000"/>
            <a:ext cx="5100000" cy="4000000"/>
          </a:xfrm>
          <a:prstGeom prst="roundRect">
            <a:avLst/>
          </a:prstGeom>
          <a:solidFill>
            <a:srgbClr val="1E1E2E"/>
          </a:solidFill>
          <a:ln w="12700">
            <a:solidFill>
              <a:srgbClr val="44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tIns="100000" rIns="150000"/>
          <a:lstStyle/>
          <a:p>
            <a:pPr algn="ctr">
              <a:defRPr sz="900">
                <a:solidFill>
                  <a:srgbClr val="888899"/>
                </a:solidFill>
                <a:latin typeface="Courier New"/>
              </a:defRPr>
            </a:pPr>
            <a:r>
              <a:t>── claude ──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╭─────────────────────────────────────╮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│ &gt; _AdcDsp.py has P_CoefRaw,         │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│   I_CoefRaw and D_CoefRaw. The new  │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│   FP version only has I_CoefRaw.    │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│   Why?                              │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╰─────────────────────────────────────╯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No good reason — it was an oversight.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In the original, all three use the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Raw/Link pattern...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Should I add Raw/Link for all three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for consistency?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● Add Raw/Link for all three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○ Keep as-is (simplified)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───────────────────────────────────────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╭─────────────────────────────────────╮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│ &gt; There should be just one non-     │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│   hidden FluxQuantum LinkVariable.  │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│   It should set all raw registers.  │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╰─────────────────────────────────────╯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0000" y="5400000"/>
            <a:ext cx="51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5C5C5C"/>
                </a:solidFill>
              </a:defRPr>
            </a:pPr>
            <a:r>
              <a:t>Note: The software side was underspecified</a:t>
            </a:r>
          </a:p>
          <a:p>
            <a:pPr>
              <a:defRPr sz="1100" b="0">
                <a:solidFill>
                  <a:srgbClr val="5C5C5C"/>
                </a:solidFill>
              </a:defRPr>
            </a:pPr>
            <a:r>
              <a:t>in the original prompt and plan. Additional</a:t>
            </a:r>
          </a:p>
          <a:p>
            <a:pPr>
              <a:defRPr sz="1100" b="0">
                <a:solidFill>
                  <a:srgbClr val="5C5C5C"/>
                </a:solidFill>
              </a:defRPr>
            </a:pPr>
            <a:r>
              <a:t>prompting was needed to generate the Python</a:t>
            </a:r>
          </a:p>
          <a:p>
            <a:pPr>
              <a:defRPr sz="1100" b="0">
                <a:solidFill>
                  <a:srgbClr val="5C5C5C"/>
                </a:solidFill>
              </a:defRPr>
            </a:pPr>
            <a:r>
              <a:t>drivers and CLI integration correctly.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064300" cy="7131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8F1D27"/>
                </a:solidFill>
              </a:defRPr>
            </a:pPr>
            <a:r>
              <a:t>Practical Tips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11091600" cy="20100"/>
          </a:xfrm>
          <a:prstGeom prst="rect">
            <a:avLst/>
          </a:prstGeom>
          <a:solidFill>
            <a:srgbClr val="8F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00000"/>
            <a:ext cx="110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B2B2B"/>
                </a:solidFill>
              </a:defRPr>
            </a:pPr>
            <a:r>
              <a:t>1.  Write an AGENTS.md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     Biggest ROI for AI-assisted development</a:t>
            </a:r>
          </a:p>
          <a:p>
            <a:pPr>
              <a:defRPr sz="800" b="0">
                <a:solidFill>
                  <a:srgbClr val="5C5C5C"/>
                </a:solidFill>
              </a:defRPr>
            </a:pPr>
          </a:p>
          <a:p>
            <a:pPr>
              <a:defRPr sz="1500" b="1">
                <a:solidFill>
                  <a:srgbClr val="2B2B2B"/>
                </a:solidFill>
              </a:defRPr>
            </a:pPr>
            <a:r>
              <a:t>2.  Use plan mode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     Get alignment on approach before code is generated</a:t>
            </a:r>
          </a:p>
          <a:p>
            <a:pPr>
              <a:defRPr sz="800" b="0">
                <a:solidFill>
                  <a:srgbClr val="5C5C5C"/>
                </a:solidFill>
              </a:defRPr>
            </a:pPr>
          </a:p>
          <a:p>
            <a:pPr>
              <a:defRPr sz="1500" b="1">
                <a:solidFill>
                  <a:srgbClr val="2B2B2B"/>
                </a:solidFill>
              </a:defRPr>
            </a:pPr>
            <a:r>
              <a:t>3.  Iterate on design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     Treat it as a conversation, not a one-shot prompt</a:t>
            </a:r>
          </a:p>
          <a:p>
            <a:pPr>
              <a:defRPr sz="800" b="0">
                <a:solidFill>
                  <a:srgbClr val="5C5C5C"/>
                </a:solidFill>
              </a:defRPr>
            </a:pPr>
          </a:p>
          <a:p>
            <a:pPr>
              <a:defRPr sz="1500" b="1">
                <a:solidFill>
                  <a:srgbClr val="2B2B2B"/>
                </a:solidFill>
              </a:defRPr>
            </a:pPr>
            <a:r>
              <a:t>4.  Review everything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     Fast code still needs the same scrutiny</a:t>
            </a:r>
          </a:p>
          <a:p>
            <a:pPr>
              <a:defRPr sz="800" b="0">
                <a:solidFill>
                  <a:srgbClr val="5C5C5C"/>
                </a:solidFill>
              </a:defRPr>
            </a:pPr>
          </a:p>
          <a:p>
            <a:pPr>
              <a:defRPr sz="1500" b="1">
                <a:solidFill>
                  <a:srgbClr val="2B2B2B"/>
                </a:solidFill>
              </a:defRPr>
            </a:pPr>
            <a:r>
              <a:t>5.  Track plans in the repo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     Enables multi-session work and handoffs</a:t>
            </a:r>
          </a:p>
          <a:p>
            <a:pPr>
              <a:defRPr sz="800" b="0">
                <a:solidFill>
                  <a:srgbClr val="5C5C5C"/>
                </a:solidFill>
              </a:defRPr>
            </a:pPr>
          </a:p>
          <a:p>
            <a:pPr>
              <a:defRPr sz="1500" b="1">
                <a:solidFill>
                  <a:srgbClr val="2B2B2B"/>
                </a:solidFill>
              </a:defRPr>
            </a:pPr>
            <a:r>
              <a:t>6.  Stay in your domain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     The agent is a force multiplier, not a substitute</a:t>
            </a:r>
          </a:p>
          <a:p>
            <a:pPr>
              <a:defRPr sz="800" b="0">
                <a:solidFill>
                  <a:srgbClr val="5C5C5C"/>
                </a:solidFill>
              </a:defRPr>
            </a:p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LAC Covers/Title Slides">
  <a:themeElements>
    <a:clrScheme name="Custom 3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8C1515"/>
      </a:accent1>
      <a:accent2>
        <a:srgbClr val="4198B5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LAC Interior Slides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2022-05-19T06:08:41Z</dcterms:created>
  <dc:creator>Kim, Kuktae</dc:creator>
</cp:coreProperties>
</file>